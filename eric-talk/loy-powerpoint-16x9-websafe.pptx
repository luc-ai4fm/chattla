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" ContentType="application/vnd.ms-exce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95" r:id="rId5"/>
    <p:sldId id="296" r:id="rId6"/>
    <p:sldId id="310" r:id="rId7"/>
    <p:sldId id="311" r:id="rId8"/>
    <p:sldId id="298" r:id="rId9"/>
    <p:sldId id="299" r:id="rId10"/>
    <p:sldId id="300" r:id="rId11"/>
    <p:sldId id="301" r:id="rId12"/>
    <p:sldId id="303" r:id="rId13"/>
    <p:sldId id="304" r:id="rId14"/>
    <p:sldId id="305" r:id="rId15"/>
    <p:sldId id="306" r:id="rId16"/>
    <p:sldId id="293" r:id="rId17"/>
    <p:sldId id="264" r:id="rId18"/>
    <p:sldId id="287" r:id="rId19"/>
    <p:sldId id="279" r:id="rId20"/>
    <p:sldId id="266" r:id="rId21"/>
    <p:sldId id="307" r:id="rId22"/>
    <p:sldId id="308" r:id="rId23"/>
    <p:sldId id="309" r:id="rId24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ntennaCond Light" pitchFamily="2" charset="77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ntennaCond Light" pitchFamily="2" charset="77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ntennaCond Light" pitchFamily="2" charset="77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ntennaCond Light" pitchFamily="2" charset="77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ntennaCond Light" pitchFamily="2" charset="77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ntennaCond Light" pitchFamily="2" charset="77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ntennaCond Light" pitchFamily="2" charset="77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ntennaCond Light" pitchFamily="2" charset="77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ntennaCond Light" pitchFamily="2" charset="77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511" autoAdjust="0"/>
    <p:restoredTop sz="96405" autoAdjust="0"/>
  </p:normalViewPr>
  <p:slideViewPr>
    <p:cSldViewPr snapToGrid="0">
      <p:cViewPr varScale="1">
        <p:scale>
          <a:sx n="139" d="100"/>
          <a:sy n="139" d="100"/>
        </p:scale>
        <p:origin x="184" y="1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DF2DE46-3A07-D2AD-37DA-FAA08AFCBC3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B89C84-5BB0-6385-9B4B-7603B85230E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542C6D21-931B-9744-860E-9BA3D9C4AC38}" type="datetimeFigureOut">
              <a:rPr lang="en-US">
                <a:latin typeface="Arial" panose="020B0604020202020204" pitchFamily="34" charset="0"/>
              </a:rPr>
              <a:pPr>
                <a:defRPr/>
              </a:pPr>
              <a:t>8/29/24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469EA9-FF37-ACA1-4150-97AD4791CED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E0D455-901F-1381-66BF-B07FC711D2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AD91E981-3A1F-7D4B-A4BE-0A4284CE6FA5}" type="slidenum">
              <a:rPr lang="en-US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993383C-A683-C919-3135-C447889E989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814F24-4132-1A75-D2A4-BD9D3BC1F13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 i="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DC235E1-6E59-8947-BA8F-3DA54233A74F}" type="datetimeFigureOut">
              <a:rPr lang="en-US" smtClean="0"/>
              <a:pPr>
                <a:defRPr/>
              </a:pPr>
              <a:t>8/29/24</a:t>
            </a:fld>
            <a:endParaRPr lang="en-US" dirty="0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924D5AC-D38E-14BC-7574-CF774CDE4E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53B1FF8-D042-E588-83AE-BCCA1A91EE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AF5681-00E4-C10A-7A29-AD09AA89E9D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D9A684-1CA1-BA29-BD40-9D2F79E317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 i="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41EC1E3-F35F-334F-B16D-E9127AADAD9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Image Placeholder 1">
            <a:extLst>
              <a:ext uri="{FF2B5EF4-FFF2-40B4-BE49-F238E27FC236}">
                <a16:creationId xmlns:a16="http://schemas.microsoft.com/office/drawing/2014/main" id="{B4A89283-DFA7-3390-E0BA-E1E8A97FAC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4" name="Notes Placeholder 2">
            <a:extLst>
              <a:ext uri="{FF2B5EF4-FFF2-40B4-BE49-F238E27FC236}">
                <a16:creationId xmlns:a16="http://schemas.microsoft.com/office/drawing/2014/main" id="{EE066102-87FF-A246-D53C-51D2570C23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38915" name="Slide Number Placeholder 3">
            <a:extLst>
              <a:ext uri="{FF2B5EF4-FFF2-40B4-BE49-F238E27FC236}">
                <a16:creationId xmlns:a16="http://schemas.microsoft.com/office/drawing/2014/main" id="{E427A238-EADA-5C6B-F349-547B341DA3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ntennaCond Light" pitchFamily="2" charset="77"/>
              </a:defRPr>
            </a:lvl1pPr>
            <a:lvl2pPr marL="742950" indent="-285750">
              <a:defRPr>
                <a:solidFill>
                  <a:schemeClr val="tx1"/>
                </a:solidFill>
                <a:latin typeface="AntennaCond Light" pitchFamily="2" charset="77"/>
              </a:defRPr>
            </a:lvl2pPr>
            <a:lvl3pPr marL="1143000" indent="-228600">
              <a:defRPr>
                <a:solidFill>
                  <a:schemeClr val="tx1"/>
                </a:solidFill>
                <a:latin typeface="AntennaCond Light" pitchFamily="2" charset="77"/>
              </a:defRPr>
            </a:lvl3pPr>
            <a:lvl4pPr marL="1600200" indent="-228600">
              <a:defRPr>
                <a:solidFill>
                  <a:schemeClr val="tx1"/>
                </a:solidFill>
                <a:latin typeface="AntennaCond Light" pitchFamily="2" charset="77"/>
              </a:defRPr>
            </a:lvl4pPr>
            <a:lvl5pPr marL="2057400" indent="-228600">
              <a:defRPr>
                <a:solidFill>
                  <a:schemeClr val="tx1"/>
                </a:solidFill>
                <a:latin typeface="AntennaCond Light" pitchFamily="2" charset="7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ntennaCond Light" pitchFamily="2" charset="7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ntennaCond Light" pitchFamily="2" charset="7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ntennaCond Light" pitchFamily="2" charset="7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ntennaCond Light" pitchFamily="2" charset="7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8B334D2-83C0-074C-A428-1268757C22EE}" type="slidenum">
              <a:rPr lang="en-US" altLang="en-US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Slide Image Placeholder 1">
            <a:extLst>
              <a:ext uri="{FF2B5EF4-FFF2-40B4-BE49-F238E27FC236}">
                <a16:creationId xmlns:a16="http://schemas.microsoft.com/office/drawing/2014/main" id="{C82B1A4D-7D58-F3CD-40F0-908CF510D1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2" name="Notes Placeholder 2">
            <a:extLst>
              <a:ext uri="{FF2B5EF4-FFF2-40B4-BE49-F238E27FC236}">
                <a16:creationId xmlns:a16="http://schemas.microsoft.com/office/drawing/2014/main" id="{CF084DC8-6DC7-7A94-7012-01DCDA895C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40963" name="Slide Number Placeholder 3">
            <a:extLst>
              <a:ext uri="{FF2B5EF4-FFF2-40B4-BE49-F238E27FC236}">
                <a16:creationId xmlns:a16="http://schemas.microsoft.com/office/drawing/2014/main" id="{F685B91F-3264-44BC-EEE2-CFC1DC2984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ntennaCond Light" pitchFamily="2" charset="77"/>
              </a:defRPr>
            </a:lvl1pPr>
            <a:lvl2pPr marL="742950" indent="-285750">
              <a:defRPr>
                <a:solidFill>
                  <a:schemeClr val="tx1"/>
                </a:solidFill>
                <a:latin typeface="AntennaCond Light" pitchFamily="2" charset="77"/>
              </a:defRPr>
            </a:lvl2pPr>
            <a:lvl3pPr marL="1143000" indent="-228600">
              <a:defRPr>
                <a:solidFill>
                  <a:schemeClr val="tx1"/>
                </a:solidFill>
                <a:latin typeface="AntennaCond Light" pitchFamily="2" charset="77"/>
              </a:defRPr>
            </a:lvl3pPr>
            <a:lvl4pPr marL="1600200" indent="-228600">
              <a:defRPr>
                <a:solidFill>
                  <a:schemeClr val="tx1"/>
                </a:solidFill>
                <a:latin typeface="AntennaCond Light" pitchFamily="2" charset="77"/>
              </a:defRPr>
            </a:lvl4pPr>
            <a:lvl5pPr marL="2057400" indent="-228600">
              <a:defRPr>
                <a:solidFill>
                  <a:schemeClr val="tx1"/>
                </a:solidFill>
                <a:latin typeface="AntennaCond Light" pitchFamily="2" charset="7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ntennaCond Light" pitchFamily="2" charset="7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ntennaCond Light" pitchFamily="2" charset="7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ntennaCond Light" pitchFamily="2" charset="7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ntennaCond Light" pitchFamily="2" charset="7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747CF0E-0330-E740-9857-6721304F0E6E}" type="slidenum">
              <a:rPr lang="en-US" altLang="en-US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>
            <a:extLst>
              <a:ext uri="{FF2B5EF4-FFF2-40B4-BE49-F238E27FC236}">
                <a16:creationId xmlns:a16="http://schemas.microsoft.com/office/drawing/2014/main" id="{F44F6E61-5988-EF2E-5AFA-1BC959FCE5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4" name="Notes Placeholder 2">
            <a:extLst>
              <a:ext uri="{FF2B5EF4-FFF2-40B4-BE49-F238E27FC236}">
                <a16:creationId xmlns:a16="http://schemas.microsoft.com/office/drawing/2014/main" id="{A1C01C32-D0CB-FD9A-B145-CCE78A3774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44035" name="Slide Number Placeholder 3">
            <a:extLst>
              <a:ext uri="{FF2B5EF4-FFF2-40B4-BE49-F238E27FC236}">
                <a16:creationId xmlns:a16="http://schemas.microsoft.com/office/drawing/2014/main" id="{484F75DF-D6FC-C2E0-C4DF-325C5423FB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ntennaCond Light" pitchFamily="2" charset="77"/>
              </a:defRPr>
            </a:lvl1pPr>
            <a:lvl2pPr marL="742950" indent="-285750">
              <a:defRPr>
                <a:solidFill>
                  <a:schemeClr val="tx1"/>
                </a:solidFill>
                <a:latin typeface="AntennaCond Light" pitchFamily="2" charset="77"/>
              </a:defRPr>
            </a:lvl2pPr>
            <a:lvl3pPr marL="1143000" indent="-228600">
              <a:defRPr>
                <a:solidFill>
                  <a:schemeClr val="tx1"/>
                </a:solidFill>
                <a:latin typeface="AntennaCond Light" pitchFamily="2" charset="77"/>
              </a:defRPr>
            </a:lvl3pPr>
            <a:lvl4pPr marL="1600200" indent="-228600">
              <a:defRPr>
                <a:solidFill>
                  <a:schemeClr val="tx1"/>
                </a:solidFill>
                <a:latin typeface="AntennaCond Light" pitchFamily="2" charset="77"/>
              </a:defRPr>
            </a:lvl4pPr>
            <a:lvl5pPr marL="2057400" indent="-228600">
              <a:defRPr>
                <a:solidFill>
                  <a:schemeClr val="tx1"/>
                </a:solidFill>
                <a:latin typeface="AntennaCond Light" pitchFamily="2" charset="7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ntennaCond Light" pitchFamily="2" charset="7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ntennaCond Light" pitchFamily="2" charset="7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ntennaCond Light" pitchFamily="2" charset="7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ntennaCond Light" pitchFamily="2" charset="7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9ED6875-DAE8-DF47-947E-985669502D99}" type="slidenum">
              <a:rPr lang="en-US" altLang="en-US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a_title-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B58DB7-87FA-5B4F-1FE5-4A2E2A2BFF02}"/>
              </a:ext>
            </a:extLst>
          </p:cNvPr>
          <p:cNvSpPr/>
          <p:nvPr userDrawn="1"/>
        </p:nvSpPr>
        <p:spPr>
          <a:xfrm>
            <a:off x="184639" y="164122"/>
            <a:ext cx="11822722" cy="65092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1E42CB-9C8B-D2D7-6297-755D9A85782F}"/>
              </a:ext>
            </a:extLst>
          </p:cNvPr>
          <p:cNvSpPr/>
          <p:nvPr userDrawn="1"/>
        </p:nvSpPr>
        <p:spPr>
          <a:xfrm>
            <a:off x="9091098" y="164122"/>
            <a:ext cx="2916263" cy="1641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CD745230-BBB5-2342-512A-04FF6B89A9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2672142"/>
            <a:ext cx="10287000" cy="747897"/>
          </a:xfrm>
        </p:spPr>
        <p:txBody>
          <a:bodyPr wrap="square" lIns="0" tIns="0" rIns="0" bIns="0">
            <a:noAutofit/>
          </a:bodyPr>
          <a:lstStyle>
            <a:lvl1pPr marL="0" indent="0">
              <a:buFontTx/>
              <a:buNone/>
              <a:defRPr lang="en-US" sz="5400" b="1" i="0" kern="3000" spc="0" baseline="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45EA388-638E-C444-7AA2-61960A6339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3708771"/>
            <a:ext cx="10287000" cy="276999"/>
          </a:xfrm>
        </p:spPr>
        <p:txBody>
          <a:bodyPr wrap="square" lIns="0" tIns="0" rIns="0" bIns="0">
            <a:noAutofit/>
          </a:bodyPr>
          <a:lstStyle>
            <a:lvl1pPr marL="0" indent="0">
              <a:buFontTx/>
              <a:buNone/>
              <a:defRPr lang="en-US" sz="2000" b="0" i="0" kern="1200" cap="none" spc="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en-US" dirty="0"/>
              <a:t>Click to add explanatory text</a:t>
            </a:r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311915F7-957F-C11D-B327-1AEC4E0651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465820" y="5769094"/>
            <a:ext cx="3223260" cy="671512"/>
          </a:xfrm>
          <a:prstGeom prst="rect">
            <a:avLst/>
          </a:prstGeom>
        </p:spPr>
      </p:pic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9BF32650-26F4-CAD2-9616-B59718564C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6244784"/>
            <a:ext cx="5716077" cy="166199"/>
          </a:xfrm>
        </p:spPr>
        <p:txBody>
          <a:bodyPr lIns="0" tIns="0" rIns="0" bIns="0" anchor="b">
            <a:spAutoFit/>
          </a:bodyPr>
          <a:lstStyle>
            <a:lvl1pPr marL="0" indent="0">
              <a:buFontTx/>
              <a:buNone/>
              <a:defRPr lang="en-US" sz="1200" b="0" i="0" kern="1200" cap="all" spc="5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details: Date  •  Presenters  •  etc.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05BB11A5-AF5C-351F-6CAB-0560A2053A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8100" y="2094272"/>
            <a:ext cx="10302528" cy="221599"/>
          </a:xfrm>
        </p:spPr>
        <p:txBody>
          <a:bodyPr wrap="square" lIns="0" tIns="0" rIns="0" bIns="0">
            <a:noAutofit/>
          </a:bodyPr>
          <a:lstStyle>
            <a:lvl1pPr marL="0" indent="0" algn="l" defTabSz="914400" rtl="0" eaLnBrk="1" latinLnBrk="0" hangingPunct="1">
              <a:buNone/>
              <a:defRPr lang="en-US" sz="1600" b="1" i="0" kern="1200" cap="all" spc="0" baseline="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en-US" dirty="0"/>
              <a:t>Click to ADD label</a:t>
            </a:r>
          </a:p>
        </p:txBody>
      </p:sp>
    </p:spTree>
    <p:extLst>
      <p:ext uri="{BB962C8B-B14F-4D97-AF65-F5344CB8AC3E}">
        <p14:creationId xmlns:p14="http://schemas.microsoft.com/office/powerpoint/2010/main" val="1996645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b_title-image-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E21E3E-9875-83EF-850D-12FD897E4252}"/>
              </a:ext>
            </a:extLst>
          </p:cNvPr>
          <p:cNvSpPr/>
          <p:nvPr/>
        </p:nvSpPr>
        <p:spPr>
          <a:xfrm>
            <a:off x="0" y="5619750"/>
            <a:ext cx="12192000" cy="1238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6" name="Picture Placeholder 5"/>
          <p:cNvSpPr>
            <a:spLocks noGrp="1" noRot="1" noMove="1" noResize="1" noEditPoints="1" noAdjustHandles="1" noChangeArrowheads="1" noChangeShapeType="1"/>
          </p:cNvSpPr>
          <p:nvPr>
            <p:ph type="pic" sz="quarter" idx="10"/>
          </p:nvPr>
        </p:nvSpPr>
        <p:spPr>
          <a:xfrm>
            <a:off x="0" y="0"/>
            <a:ext cx="12192000" cy="5619750"/>
          </a:xfrm>
          <a:noFill/>
        </p:spPr>
        <p:txBody>
          <a:bodyPr lIns="6858000" rtlCol="0" anchor="ctr">
            <a:normAutofit/>
          </a:bodyPr>
          <a:lstStyle>
            <a:lvl1pPr marL="0" indent="0" algn="l">
              <a:buNone/>
              <a:defRPr sz="2000" b="0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781367" y="6372970"/>
            <a:ext cx="5716077" cy="166199"/>
          </a:xfrm>
        </p:spPr>
        <p:txBody>
          <a:bodyPr lIns="0" tIns="0" rIns="0" bIns="0" anchor="b">
            <a:spAutoFit/>
          </a:bodyPr>
          <a:lstStyle>
            <a:lvl1pPr marL="0" indent="0">
              <a:buFontTx/>
              <a:buNone/>
              <a:defRPr lang="en-US" sz="1200" b="0" i="0" kern="1200" cap="all" spc="5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details: Date  •  Presenters  •  etc.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BF1950-B601-4664-A569-B01D38A89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465820" y="5903119"/>
            <a:ext cx="3223260" cy="671512"/>
          </a:xfrm>
          <a:prstGeom prst="rect">
            <a:avLst/>
          </a:prstGeom>
        </p:spPr>
      </p:pic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AF2B8105-D47B-FF3D-5A67-30E5B7095DD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1368" y="2404542"/>
            <a:ext cx="5359550" cy="1218795"/>
          </a:xfr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buNone/>
              <a:defRPr lang="en-US" sz="4400" b="1" i="0" kern="30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en-US" dirty="0"/>
              <a:t>Click to add headline on image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7E1BAEAF-DCEB-1C35-8B74-5194D4A86BF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367" y="1829351"/>
            <a:ext cx="5369176" cy="221599"/>
          </a:xfr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buNone/>
              <a:defRPr lang="en-US" sz="1600" b="1" i="0" kern="12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en-US" dirty="0"/>
              <a:t>Click to ADD label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AD4350CD-33FC-41B9-428F-36D65F0269F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1369" y="3871435"/>
            <a:ext cx="5378800" cy="249299"/>
          </a:xfr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buNone/>
              <a:defRPr lang="en-US" sz="1800" b="0" i="0" kern="1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explanatory text</a:t>
            </a:r>
          </a:p>
        </p:txBody>
      </p:sp>
    </p:spTree>
    <p:extLst>
      <p:ext uri="{BB962C8B-B14F-4D97-AF65-F5344CB8AC3E}">
        <p14:creationId xmlns:p14="http://schemas.microsoft.com/office/powerpoint/2010/main" val="3075735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c_title-image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 noRot="1" noMove="1" noResize="1" noEditPoints="1" noAdjustHandles="1" noChangeArrowheads="1" noChangeShapeType="1"/>
          </p:cNvSpPr>
          <p:nvPr>
            <p:ph type="pic" sz="quarter" idx="10"/>
          </p:nvPr>
        </p:nvSpPr>
        <p:spPr>
          <a:xfrm>
            <a:off x="0" y="0"/>
            <a:ext cx="12192000" cy="5619750"/>
          </a:xfrm>
          <a:noFill/>
        </p:spPr>
        <p:txBody>
          <a:bodyPr lIns="6858000" rtlCol="0" anchor="ctr">
            <a:normAutofit/>
          </a:bodyPr>
          <a:lstStyle>
            <a:lvl1pPr marL="0" indent="0" algn="l">
              <a:buNone/>
              <a:defRPr sz="2000" b="0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781367" y="6372970"/>
            <a:ext cx="5716077" cy="166199"/>
          </a:xfrm>
        </p:spPr>
        <p:txBody>
          <a:bodyPr lIns="0" tIns="0" rIns="0" bIns="0" anchor="b">
            <a:spAutoFit/>
          </a:bodyPr>
          <a:lstStyle>
            <a:lvl1pPr marL="0" indent="0">
              <a:buFontTx/>
              <a:buNone/>
              <a:defRPr lang="en-US" sz="1200" b="0" i="0" kern="1200" cap="all" spc="50" baseline="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details: Date  •  Presenters  •  etc.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BF1950-B601-4664-A569-B01D38A89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465821" y="5903119"/>
            <a:ext cx="3223257" cy="671512"/>
          </a:xfrm>
          <a:prstGeom prst="rect">
            <a:avLst/>
          </a:prstGeom>
        </p:spPr>
      </p:pic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5B316826-AA89-6A97-C1E7-1066C75C0C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1368" y="2404542"/>
            <a:ext cx="5359550" cy="1218795"/>
          </a:xfr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buNone/>
              <a:defRPr lang="en-US" sz="4400" b="1" i="0" kern="30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en-US" dirty="0"/>
              <a:t>Click to add headline on image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CA72B546-5D7B-AB98-B805-06ACF436FF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367" y="1829351"/>
            <a:ext cx="5369176" cy="221599"/>
          </a:xfr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buNone/>
              <a:defRPr lang="en-US" sz="1600" b="1" i="0" kern="12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en-US" dirty="0"/>
              <a:t>Click to ADD label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05606177-7C71-8CAD-993C-CCDEE15BE6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1369" y="3871435"/>
            <a:ext cx="5378800" cy="249299"/>
          </a:xfr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buNone/>
              <a:defRPr lang="en-US" sz="1800" b="0" i="0" kern="1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explanatory text</a:t>
            </a:r>
          </a:p>
        </p:txBody>
      </p:sp>
    </p:spTree>
    <p:extLst>
      <p:ext uri="{BB962C8B-B14F-4D97-AF65-F5344CB8AC3E}">
        <p14:creationId xmlns:p14="http://schemas.microsoft.com/office/powerpoint/2010/main" val="61819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elcome-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539D35-ECD0-38E2-37B4-7CDD947BAA4E}"/>
              </a:ext>
            </a:extLst>
          </p:cNvPr>
          <p:cNvSpPr/>
          <p:nvPr/>
        </p:nvSpPr>
        <p:spPr>
          <a:xfrm rot="5400000">
            <a:off x="-1400175" y="1987550"/>
            <a:ext cx="6858000" cy="288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304014-9B8B-36BB-8856-23B5190C937D}"/>
              </a:ext>
            </a:extLst>
          </p:cNvPr>
          <p:cNvSpPr/>
          <p:nvPr/>
        </p:nvSpPr>
        <p:spPr>
          <a:xfrm rot="5400000">
            <a:off x="-1399381" y="2120106"/>
            <a:ext cx="6858000" cy="26177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1D56E4E7-C040-D738-0AAC-D87638A714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22179" t="-6885" r="-22265" b="-6416"/>
          <a:stretch/>
        </p:blipFill>
        <p:spPr>
          <a:xfrm>
            <a:off x="720725" y="1128713"/>
            <a:ext cx="2617788" cy="2640012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862035" y="1344552"/>
            <a:ext cx="7649779" cy="553998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lang="en-US" sz="4000" b="1" i="0" kern="3000" spc="0" baseline="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greeting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3859524" y="2264044"/>
            <a:ext cx="7543886" cy="3810962"/>
          </a:xfrm>
        </p:spPr>
        <p:txBody>
          <a:bodyPr lIns="0" tIns="0" rIns="0" bIns="0">
            <a:noAutofit/>
          </a:bodyPr>
          <a:lstStyle>
            <a:lvl1pPr>
              <a:spcAft>
                <a:spcPts val="200"/>
              </a:spcAft>
              <a:defRPr b="0" i="0" baseline="0"/>
            </a:lvl1pPr>
            <a:lvl2pPr>
              <a:defRPr b="0" i="0" baseline="0"/>
            </a:lvl2pPr>
            <a:lvl3pPr>
              <a:defRPr b="0" i="0" baseline="0"/>
            </a:lvl3pPr>
            <a:lvl4pPr>
              <a:defRPr b="0" i="0" baseline="0"/>
            </a:lvl4pPr>
            <a:lvl5pPr>
              <a:defRPr b="0" i="0" baseline="0"/>
            </a:lvl5pPr>
          </a:lstStyle>
          <a:p>
            <a:pPr lvl="0"/>
            <a:r>
              <a:rPr lang="en-US" dirty="0"/>
              <a:t>Click to add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23"/>
          <p:cNvSpPr>
            <a:spLocks noGrp="1"/>
          </p:cNvSpPr>
          <p:nvPr>
            <p:ph type="body" sz="quarter" idx="17" hasCustomPrompt="1"/>
          </p:nvPr>
        </p:nvSpPr>
        <p:spPr>
          <a:xfrm>
            <a:off x="6535647" y="6452610"/>
            <a:ext cx="4867785" cy="138499"/>
          </a:xfrm>
        </p:spPr>
        <p:txBody>
          <a:bodyPr lIns="0" tIns="0" rIns="0" bIns="0" rtlCol="0">
            <a:noAutofit/>
          </a:bodyPr>
          <a:lstStyle>
            <a:lvl1pPr algn="r">
              <a:defRPr lang="en-US" sz="1000" b="0" i="0" cap="all" spc="1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</p:spTree>
    <p:extLst>
      <p:ext uri="{BB962C8B-B14F-4D97-AF65-F5344CB8AC3E}">
        <p14:creationId xmlns:p14="http://schemas.microsoft.com/office/powerpoint/2010/main" val="1149483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a_section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1D7B91-BBF5-DDE1-8D49-CD4BAD25F23F}"/>
              </a:ext>
            </a:extLst>
          </p:cNvPr>
          <p:cNvSpPr/>
          <p:nvPr/>
        </p:nvSpPr>
        <p:spPr>
          <a:xfrm>
            <a:off x="184150" y="163513"/>
            <a:ext cx="11823700" cy="65103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75C6D0-BD29-10E8-CDB5-786F5AAB6042}"/>
              </a:ext>
            </a:extLst>
          </p:cNvPr>
          <p:cNvSpPr/>
          <p:nvPr/>
        </p:nvSpPr>
        <p:spPr>
          <a:xfrm>
            <a:off x="9091613" y="163513"/>
            <a:ext cx="2916237" cy="165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E138E7-82BB-148B-F91E-EA78EA01B51F}"/>
              </a:ext>
            </a:extLst>
          </p:cNvPr>
          <p:cNvSpPr txBox="1">
            <a:spLocks/>
          </p:cNvSpPr>
          <p:nvPr/>
        </p:nvSpPr>
        <p:spPr>
          <a:xfrm>
            <a:off x="838200" y="6329363"/>
            <a:ext cx="2426946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00" b="0" i="0" spc="15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LOYOLA UNIVERSITY CHICAGO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781367" y="2870845"/>
            <a:ext cx="10622065" cy="655564"/>
          </a:xfrm>
        </p:spPr>
        <p:txBody>
          <a:bodyPr lIns="0" tIns="0" r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b="1" i="0" kern="3000" cap="all" spc="-100" baseline="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section opener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7" hasCustomPrompt="1"/>
          </p:nvPr>
        </p:nvSpPr>
        <p:spPr>
          <a:xfrm>
            <a:off x="781367" y="3771127"/>
            <a:ext cx="10622065" cy="249299"/>
          </a:xfr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buNone/>
              <a:defRPr lang="en-US" sz="1800" b="0" i="0" kern="100" spc="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explanatory text</a:t>
            </a:r>
          </a:p>
        </p:txBody>
      </p:sp>
      <p:sp>
        <p:nvSpPr>
          <p:cNvPr id="11" name="Text Placeholder 23"/>
          <p:cNvSpPr>
            <a:spLocks noGrp="1"/>
          </p:cNvSpPr>
          <p:nvPr>
            <p:ph type="body" sz="quarter" idx="18" hasCustomPrompt="1"/>
          </p:nvPr>
        </p:nvSpPr>
        <p:spPr>
          <a:xfrm>
            <a:off x="6535647" y="6329518"/>
            <a:ext cx="4867785" cy="138499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lang="en-US" sz="1000" b="0" i="0" cap="all" spc="150" baseline="0" dirty="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42082DD6-E3C4-38F0-4F44-562BC7AD07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1367" y="2325470"/>
            <a:ext cx="10627269" cy="221599"/>
          </a:xfrm>
        </p:spPr>
        <p:txBody>
          <a:bodyPr wrap="square" lIns="0" tIns="0" rIns="0" bIns="0">
            <a:noAutofit/>
          </a:bodyPr>
          <a:lstStyle>
            <a:lvl1pPr marL="0" indent="0" algn="l" defTabSz="914400" rtl="0" eaLnBrk="1" latinLnBrk="0" hangingPunct="1">
              <a:buNone/>
              <a:defRPr lang="en-US" sz="1600" b="1" i="0" kern="1200" cap="all" spc="0" baseline="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en-US" dirty="0"/>
              <a:t>Click to ADD label</a:t>
            </a:r>
          </a:p>
        </p:txBody>
      </p:sp>
    </p:spTree>
    <p:extLst>
      <p:ext uri="{BB962C8B-B14F-4D97-AF65-F5344CB8AC3E}">
        <p14:creationId xmlns:p14="http://schemas.microsoft.com/office/powerpoint/2010/main" val="4231283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b_section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33DE06-D71F-7319-D4FA-A5C84780FB75}"/>
              </a:ext>
            </a:extLst>
          </p:cNvPr>
          <p:cNvSpPr txBox="1">
            <a:spLocks/>
          </p:cNvSpPr>
          <p:nvPr/>
        </p:nvSpPr>
        <p:spPr>
          <a:xfrm>
            <a:off x="838200" y="6453188"/>
            <a:ext cx="242694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00" b="0" i="0" spc="15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LOYOLA UNIVERSITY CHICAGO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184639" y="164121"/>
            <a:ext cx="11822722" cy="6509239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2000" b="0" i="0">
                <a:solidFill>
                  <a:srgbClr val="FEBC18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7" name="Text Placeholder 23"/>
          <p:cNvSpPr>
            <a:spLocks noGrp="1"/>
          </p:cNvSpPr>
          <p:nvPr>
            <p:ph type="body" sz="quarter" idx="16" hasCustomPrompt="1"/>
          </p:nvPr>
        </p:nvSpPr>
        <p:spPr>
          <a:xfrm>
            <a:off x="6535647" y="6452610"/>
            <a:ext cx="4867785" cy="138499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lang="en-US" sz="1000" b="0" i="0" cap="all" spc="1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781366" y="2325470"/>
            <a:ext cx="5629265" cy="221599"/>
          </a:xfrm>
        </p:spPr>
        <p:txBody>
          <a:bodyPr wrap="square" lIns="0" tIns="0" rIns="0" bIns="0">
            <a:noAutofit/>
          </a:bodyPr>
          <a:lstStyle>
            <a:lvl1pPr marL="0" indent="0" algn="l" defTabSz="914400" rtl="0" eaLnBrk="1" latinLnBrk="0" hangingPunct="1">
              <a:buNone/>
              <a:defRPr lang="en-US" sz="1600" b="1" i="0" kern="12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en-US" dirty="0"/>
              <a:t>Click to add label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8" hasCustomPrompt="1"/>
          </p:nvPr>
        </p:nvSpPr>
        <p:spPr>
          <a:xfrm>
            <a:off x="781366" y="2870844"/>
            <a:ext cx="5629265" cy="1154162"/>
          </a:xfrm>
        </p:spPr>
        <p:txBody>
          <a:bodyPr wrap="square" lIns="0" tIns="0" r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i="0" kern="30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section opener</a:t>
            </a:r>
          </a:p>
        </p:txBody>
      </p:sp>
    </p:spTree>
    <p:extLst>
      <p:ext uri="{BB962C8B-B14F-4D97-AF65-F5344CB8AC3E}">
        <p14:creationId xmlns:p14="http://schemas.microsoft.com/office/powerpoint/2010/main" val="2305496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a_chapter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C7D108-30FE-4608-917C-A2189E98775C}"/>
              </a:ext>
            </a:extLst>
          </p:cNvPr>
          <p:cNvSpPr/>
          <p:nvPr/>
        </p:nvSpPr>
        <p:spPr>
          <a:xfrm>
            <a:off x="0" y="309563"/>
            <a:ext cx="12192000" cy="1631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2F831F-307F-C202-FFCD-5C30E915E271}"/>
              </a:ext>
            </a:extLst>
          </p:cNvPr>
          <p:cNvSpPr/>
          <p:nvPr/>
        </p:nvSpPr>
        <p:spPr>
          <a:xfrm>
            <a:off x="0" y="0"/>
            <a:ext cx="12192000" cy="3746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A86B1-AFEB-8D63-1534-0E8C40F4FDD0}"/>
              </a:ext>
            </a:extLst>
          </p:cNvPr>
          <p:cNvSpPr/>
          <p:nvPr/>
        </p:nvSpPr>
        <p:spPr>
          <a:xfrm>
            <a:off x="9275763" y="0"/>
            <a:ext cx="2916237" cy="1635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3CF328-491A-4194-7CB1-7300875E6583}"/>
              </a:ext>
            </a:extLst>
          </p:cNvPr>
          <p:cNvSpPr txBox="1">
            <a:spLocks/>
          </p:cNvSpPr>
          <p:nvPr/>
        </p:nvSpPr>
        <p:spPr>
          <a:xfrm>
            <a:off x="838200" y="6453188"/>
            <a:ext cx="242694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00" b="0" i="0" spc="15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LOYOLA UNIVERSITY CHICAGO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666999"/>
            <a:ext cx="10565232" cy="3441569"/>
          </a:xfrm>
        </p:spPr>
        <p:txBody>
          <a:bodyPr lIns="0" tIns="0" rIns="0" bIns="0"/>
          <a:lstStyle>
            <a:lvl1pPr>
              <a:spcAft>
                <a:spcPts val="200"/>
              </a:spcAft>
              <a:defRPr b="0" i="0" baseline="0"/>
            </a:lvl1pPr>
            <a:lvl2pPr>
              <a:defRPr b="0" i="0" baseline="0"/>
            </a:lvl2pPr>
            <a:lvl3pPr>
              <a:defRPr b="0" i="0" baseline="0"/>
            </a:lvl3pPr>
            <a:lvl4pPr>
              <a:defRPr b="0" i="0" baseline="0"/>
            </a:lvl4pPr>
            <a:lvl5pPr>
              <a:defRPr b="0" i="0" baseline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374651"/>
            <a:ext cx="10565232" cy="1316038"/>
          </a:xfr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3000" cap="all" spc="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Chapter Opener</a:t>
            </a:r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52F19C0E-C793-77A7-A4BA-DB10ACF9F2E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35647" y="6452610"/>
            <a:ext cx="4867785" cy="138499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lang="en-US" sz="1000" b="0" i="0" cap="all" spc="1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</p:spTree>
    <p:extLst>
      <p:ext uri="{BB962C8B-B14F-4D97-AF65-F5344CB8AC3E}">
        <p14:creationId xmlns:p14="http://schemas.microsoft.com/office/powerpoint/2010/main" val="4275107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b_chapter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7234D0-B4FC-6892-1E28-3902C762CE07}"/>
              </a:ext>
            </a:extLst>
          </p:cNvPr>
          <p:cNvSpPr/>
          <p:nvPr/>
        </p:nvSpPr>
        <p:spPr>
          <a:xfrm>
            <a:off x="6096000" y="0"/>
            <a:ext cx="6096000" cy="37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93E3A5-CEDF-34BD-FB66-52F07987C896}"/>
              </a:ext>
            </a:extLst>
          </p:cNvPr>
          <p:cNvSpPr/>
          <p:nvPr/>
        </p:nvSpPr>
        <p:spPr>
          <a:xfrm>
            <a:off x="9275763" y="0"/>
            <a:ext cx="2916237" cy="1635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F2715A-6B63-0459-AAD4-5B3DA946A79A}"/>
              </a:ext>
            </a:extLst>
          </p:cNvPr>
          <p:cNvSpPr txBox="1">
            <a:spLocks/>
          </p:cNvSpPr>
          <p:nvPr/>
        </p:nvSpPr>
        <p:spPr>
          <a:xfrm>
            <a:off x="838200" y="6453188"/>
            <a:ext cx="242694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00" b="0" i="0" spc="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LOYOLA UNIVERSITY CHICAGO</a:t>
            </a:r>
          </a:p>
        </p:txBody>
      </p:sp>
      <p:sp>
        <p:nvSpPr>
          <p:cNvPr id="17" name="Picture Placeholder 2"/>
          <p:cNvSpPr>
            <a:spLocks noGrp="1" noRot="1" noMove="1" noResize="1" noEditPoints="1" noAdjustHandles="1" noChangeArrowheads="1" noChangeShapeType="1"/>
          </p:cNvSpPr>
          <p:nvPr>
            <p:ph type="pic" sz="quarter" idx="10"/>
          </p:nvPr>
        </p:nvSpPr>
        <p:spPr>
          <a:xfrm>
            <a:off x="0" y="-1"/>
            <a:ext cx="6096000" cy="6857999"/>
          </a:xfrm>
        </p:spPr>
        <p:txBody>
          <a:bodyPr lIns="457200" tIns="457200" rIns="457200" rtlCol="0" anchor="ctr">
            <a:normAutofit/>
          </a:bodyPr>
          <a:lstStyle>
            <a:lvl1pPr marL="0" indent="0" algn="ctr">
              <a:buNone/>
              <a:defRPr sz="2000" b="0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6543860" y="2325470"/>
            <a:ext cx="4871392" cy="221599"/>
          </a:xfrm>
        </p:spPr>
        <p:txBody>
          <a:bodyPr wrap="square" lIns="0" tIns="0" rIns="0" bIns="0">
            <a:noAutofit/>
          </a:bodyPr>
          <a:lstStyle>
            <a:lvl1pPr marL="0" indent="0">
              <a:buFontTx/>
              <a:buNone/>
              <a:defRPr sz="1600" b="1" i="0" cap="all" spc="0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label</a:t>
            </a:r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6543859" y="2857712"/>
            <a:ext cx="4881226" cy="997196"/>
          </a:xfrm>
        </p:spPr>
        <p:txBody>
          <a:bodyPr wrap="square" lIns="0" tIns="0" rIns="0" bIns="0">
            <a:noAutofit/>
          </a:bodyPr>
          <a:lstStyle>
            <a:lvl1pPr marL="0" indent="0">
              <a:buFontTx/>
              <a:buNone/>
              <a:defRPr lang="en-US" sz="3600" b="1" i="0" kern="30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section opener </a:t>
            </a:r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543860" y="4186922"/>
            <a:ext cx="4900888" cy="249299"/>
          </a:xfrm>
        </p:spPr>
        <p:txBody>
          <a:bodyPr wrap="square" lIns="0" tIns="0" rIns="0" bIns="0">
            <a:noAutofit/>
          </a:bodyPr>
          <a:lstStyle>
            <a:lvl1pPr marL="0" indent="0">
              <a:buFontTx/>
              <a:buNone/>
              <a:defRPr lang="en-US" sz="1800" b="0" i="0" kern="100" cap="none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explanatory text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42183A66-2B14-1B0C-F6D5-C028CDC5E18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35647" y="6452610"/>
            <a:ext cx="4867785" cy="138499"/>
          </a:xfrm>
        </p:spPr>
        <p:txBody>
          <a:bodyPr lIns="0" tIns="0" rIns="0" bIns="0" rtlCol="0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lang="en-US" sz="1000" b="0" i="0" cap="all" spc="1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</p:spTree>
    <p:extLst>
      <p:ext uri="{BB962C8B-B14F-4D97-AF65-F5344CB8AC3E}">
        <p14:creationId xmlns:p14="http://schemas.microsoft.com/office/powerpoint/2010/main" val="685145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a_text-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4E1900-707A-ECF7-6B5E-1FFE61D590CF}"/>
              </a:ext>
            </a:extLst>
          </p:cNvPr>
          <p:cNvSpPr/>
          <p:nvPr/>
        </p:nvSpPr>
        <p:spPr>
          <a:xfrm>
            <a:off x="0" y="7951"/>
            <a:ext cx="12192000" cy="37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9F2791-535C-12E7-AE4C-A6C78E39BCD1}"/>
              </a:ext>
            </a:extLst>
          </p:cNvPr>
          <p:cNvSpPr/>
          <p:nvPr/>
        </p:nvSpPr>
        <p:spPr>
          <a:xfrm>
            <a:off x="9275763" y="0"/>
            <a:ext cx="2916237" cy="1635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D0B3FA-DA98-9FA0-7229-EF907F4E36C7}"/>
              </a:ext>
            </a:extLst>
          </p:cNvPr>
          <p:cNvSpPr txBox="1">
            <a:spLocks/>
          </p:cNvSpPr>
          <p:nvPr/>
        </p:nvSpPr>
        <p:spPr>
          <a:xfrm>
            <a:off x="838200" y="6453188"/>
            <a:ext cx="242694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00" b="0" i="0" spc="15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LOYOLA UNIVERSITY CHICAGO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667000"/>
            <a:ext cx="10565232" cy="3407522"/>
          </a:xfrm>
        </p:spPr>
        <p:txBody>
          <a:bodyPr lIns="0" tIns="0" rIns="0" bIns="0">
            <a:noAutofit/>
          </a:bodyPr>
          <a:lstStyle>
            <a:lvl1pPr marL="0" indent="0">
              <a:spcAft>
                <a:spcPts val="200"/>
              </a:spcAft>
              <a:buNone/>
              <a:defRPr b="0" i="0" baseline="0"/>
            </a:lvl1pPr>
            <a:lvl2pPr>
              <a:defRPr b="0" i="0" baseline="0"/>
            </a:lvl2pPr>
            <a:lvl3pPr>
              <a:defRPr b="0" i="0" baseline="0"/>
            </a:lvl3pPr>
            <a:lvl4pPr>
              <a:defRPr b="0" i="0" baseline="0"/>
            </a:lvl4pPr>
            <a:lvl5pPr>
              <a:defRPr b="0" i="0" baseline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832104" y="1819656"/>
            <a:ext cx="10565232" cy="221599"/>
          </a:xfr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b="1" i="0" kern="1200" cap="all" spc="0" baseline="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376015"/>
            <a:ext cx="10565232" cy="1314674"/>
          </a:xfrm>
        </p:spPr>
        <p:txBody>
          <a:bodyPr lIns="0" tIns="0" rIns="0" bIns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3000" spc="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4" name="Text Placeholder 23"/>
          <p:cNvSpPr>
            <a:spLocks noGrp="1"/>
          </p:cNvSpPr>
          <p:nvPr>
            <p:ph type="body" sz="quarter" idx="17" hasCustomPrompt="1"/>
          </p:nvPr>
        </p:nvSpPr>
        <p:spPr>
          <a:xfrm>
            <a:off x="6535647" y="6452610"/>
            <a:ext cx="4867785" cy="138499"/>
          </a:xfrm>
        </p:spPr>
        <p:txBody>
          <a:bodyPr lIns="0" tIns="0" rIns="0" bIns="0" rtlCol="0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lang="en-US" sz="1000" b="0" i="0" cap="all" spc="1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</p:spTree>
    <p:extLst>
      <p:ext uri="{BB962C8B-B14F-4D97-AF65-F5344CB8AC3E}">
        <p14:creationId xmlns:p14="http://schemas.microsoft.com/office/powerpoint/2010/main" val="1203838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b_text-2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E583716-42AF-6FB1-C2B6-322F8159FE55}"/>
              </a:ext>
            </a:extLst>
          </p:cNvPr>
          <p:cNvSpPr/>
          <p:nvPr/>
        </p:nvSpPr>
        <p:spPr>
          <a:xfrm>
            <a:off x="0" y="0"/>
            <a:ext cx="12192000" cy="3746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F81127-B840-0BA6-4AF7-A86A8F3D9735}"/>
              </a:ext>
            </a:extLst>
          </p:cNvPr>
          <p:cNvSpPr/>
          <p:nvPr/>
        </p:nvSpPr>
        <p:spPr>
          <a:xfrm>
            <a:off x="9275763" y="0"/>
            <a:ext cx="2916237" cy="1635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ACC958-D887-005C-22BD-21EC2B484484}"/>
              </a:ext>
            </a:extLst>
          </p:cNvPr>
          <p:cNvSpPr txBox="1">
            <a:spLocks/>
          </p:cNvSpPr>
          <p:nvPr/>
        </p:nvSpPr>
        <p:spPr>
          <a:xfrm>
            <a:off x="838200" y="6453188"/>
            <a:ext cx="242694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00" b="0" i="0" spc="15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LOYOLA UNIVERSITY CHICAGO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666999"/>
            <a:ext cx="5026149" cy="3422715"/>
          </a:xfrm>
        </p:spPr>
        <p:txBody>
          <a:bodyPr lIns="0" tIns="0" rIns="0" bIns="0"/>
          <a:lstStyle>
            <a:lvl1pPr marL="0" indent="0">
              <a:spcAft>
                <a:spcPts val="200"/>
              </a:spcAft>
              <a:buNone/>
              <a:defRPr sz="1800" b="0" i="0"/>
            </a:lvl1pPr>
            <a:lvl2pPr>
              <a:defRPr sz="1400" b="0" i="0"/>
            </a:lvl2pPr>
            <a:lvl3pPr>
              <a:defRPr sz="1400" b="0" i="0"/>
            </a:lvl3pPr>
            <a:lvl4pPr>
              <a:defRPr sz="1400" b="0" i="0"/>
            </a:lvl4pPr>
            <a:lvl5pPr>
              <a:defRPr sz="1400" b="0" i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6355223" y="2667000"/>
            <a:ext cx="5059665" cy="3422714"/>
          </a:xfrm>
        </p:spPr>
        <p:txBody>
          <a:bodyPr lIns="0" tIns="0" rIns="0" bIns="0"/>
          <a:lstStyle>
            <a:lvl1pPr marL="0" indent="0">
              <a:spcAft>
                <a:spcPts val="200"/>
              </a:spcAft>
              <a:buNone/>
              <a:defRPr sz="1800" b="0" i="0"/>
            </a:lvl1pPr>
            <a:lvl2pPr>
              <a:defRPr sz="1400" b="0" i="0"/>
            </a:lvl2pPr>
            <a:lvl3pPr>
              <a:defRPr sz="1400" b="0" i="0"/>
            </a:lvl3pPr>
            <a:lvl4pPr>
              <a:defRPr sz="1400" b="0" i="0"/>
            </a:lvl4pPr>
            <a:lvl5pPr>
              <a:defRPr sz="1400" b="0" i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23"/>
          <p:cNvSpPr>
            <a:spLocks noGrp="1"/>
          </p:cNvSpPr>
          <p:nvPr>
            <p:ph type="body" sz="quarter" idx="17" hasCustomPrompt="1"/>
          </p:nvPr>
        </p:nvSpPr>
        <p:spPr>
          <a:xfrm>
            <a:off x="6535647" y="6452610"/>
            <a:ext cx="4867785" cy="138499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lang="en-US" sz="1000" b="0" i="0" cap="all" spc="1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72594F53-8A19-991B-9D45-726C856C759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2104" y="2110213"/>
            <a:ext cx="5038857" cy="221599"/>
          </a:xfrm>
        </p:spPr>
        <p:txBody>
          <a:bodyPr wrap="square"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b="1" i="0" kern="1200" cap="all" spc="0" baseline="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0527E0B5-3AC3-A815-441B-7B7889E1917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376015"/>
            <a:ext cx="10565232" cy="1314674"/>
          </a:xfr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3000" spc="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30926788-DBA7-378E-2A18-2245CA0CC85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24600" y="2110213"/>
            <a:ext cx="5047403" cy="221599"/>
          </a:xfrm>
        </p:spPr>
        <p:txBody>
          <a:bodyPr wrap="square"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b="1" i="0" kern="1200" cap="all" spc="0" baseline="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headline</a:t>
            </a:r>
          </a:p>
        </p:txBody>
      </p:sp>
    </p:spTree>
    <p:extLst>
      <p:ext uri="{BB962C8B-B14F-4D97-AF65-F5344CB8AC3E}">
        <p14:creationId xmlns:p14="http://schemas.microsoft.com/office/powerpoint/2010/main" val="248946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c_text-3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9E17C7-0ECC-7708-AFBD-1AC88ACA35A8}"/>
              </a:ext>
            </a:extLst>
          </p:cNvPr>
          <p:cNvSpPr/>
          <p:nvPr/>
        </p:nvSpPr>
        <p:spPr>
          <a:xfrm>
            <a:off x="0" y="0"/>
            <a:ext cx="12192000" cy="3746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60EFCC-D128-9768-B441-290FDD2658AA}"/>
              </a:ext>
            </a:extLst>
          </p:cNvPr>
          <p:cNvSpPr/>
          <p:nvPr/>
        </p:nvSpPr>
        <p:spPr>
          <a:xfrm>
            <a:off x="9275763" y="0"/>
            <a:ext cx="2916237" cy="1635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1C7CDC-218A-1692-4D20-6D0D358E4EF3}"/>
              </a:ext>
            </a:extLst>
          </p:cNvPr>
          <p:cNvSpPr txBox="1">
            <a:spLocks/>
          </p:cNvSpPr>
          <p:nvPr/>
        </p:nvSpPr>
        <p:spPr>
          <a:xfrm>
            <a:off x="838200" y="6453188"/>
            <a:ext cx="242694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00" b="0" i="0" spc="15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LOYOLA UNIVERSITY CHICAGO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667000"/>
            <a:ext cx="3200400" cy="3403862"/>
          </a:xfrm>
        </p:spPr>
        <p:txBody>
          <a:bodyPr lIns="0" tIns="0" rIns="0" bIns="0"/>
          <a:lstStyle>
            <a:lvl1pPr marL="0" indent="0">
              <a:spcAft>
                <a:spcPts val="200"/>
              </a:spcAft>
              <a:buNone/>
              <a:defRPr sz="1800" b="0" i="0"/>
            </a:lvl1pPr>
            <a:lvl2pPr>
              <a:defRPr sz="1400" b="0" i="0"/>
            </a:lvl2pPr>
            <a:lvl3pPr>
              <a:defRPr sz="1400" b="0" i="0"/>
            </a:lvl3pPr>
            <a:lvl4pPr>
              <a:defRPr sz="1400" b="0" i="0"/>
            </a:lvl4pPr>
            <a:lvl5pPr>
              <a:defRPr sz="1400" b="0" i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203032" y="2667000"/>
            <a:ext cx="3200400" cy="3403862"/>
          </a:xfrm>
        </p:spPr>
        <p:txBody>
          <a:bodyPr lIns="0" tIns="0" rIns="0" bIns="0"/>
          <a:lstStyle>
            <a:lvl1pPr marL="0" indent="0">
              <a:spcAft>
                <a:spcPts val="200"/>
              </a:spcAft>
              <a:buNone/>
              <a:defRPr sz="1800" b="0" i="0"/>
            </a:lvl1pPr>
            <a:lvl2pPr>
              <a:defRPr sz="1400" b="0" i="0"/>
            </a:lvl2pPr>
            <a:lvl3pPr>
              <a:defRPr sz="1400" b="0" i="0"/>
            </a:lvl3pPr>
            <a:lvl4pPr>
              <a:defRPr sz="1400" b="0" i="0"/>
            </a:lvl4pPr>
            <a:lvl5pPr>
              <a:defRPr sz="1400" b="0" i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4520616" y="2667000"/>
            <a:ext cx="3200400" cy="3403862"/>
          </a:xfrm>
        </p:spPr>
        <p:txBody>
          <a:bodyPr lIns="0" tIns="0" rIns="0" bIns="0"/>
          <a:lstStyle>
            <a:lvl1pPr marL="0" indent="0">
              <a:spcAft>
                <a:spcPts val="200"/>
              </a:spcAft>
              <a:buNone/>
              <a:defRPr sz="1800" b="0" i="0"/>
            </a:lvl1pPr>
            <a:lvl2pPr>
              <a:defRPr sz="1400" b="0" i="0"/>
            </a:lvl2pPr>
            <a:lvl3pPr>
              <a:defRPr sz="1400" b="0" i="0"/>
            </a:lvl3pPr>
            <a:lvl4pPr>
              <a:defRPr sz="1400" b="0" i="0"/>
            </a:lvl4pPr>
            <a:lvl5pPr>
              <a:defRPr sz="1400" b="0" i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Text Placeholder 23"/>
          <p:cNvSpPr>
            <a:spLocks noGrp="1"/>
          </p:cNvSpPr>
          <p:nvPr>
            <p:ph type="body" sz="quarter" idx="16" hasCustomPrompt="1"/>
          </p:nvPr>
        </p:nvSpPr>
        <p:spPr>
          <a:xfrm>
            <a:off x="6535647" y="6452610"/>
            <a:ext cx="4867785" cy="138499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lang="en-US" sz="1000" b="0" i="0" cap="all" spc="1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46B150EA-B600-F09C-A205-1770DCFEE85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2104" y="2110213"/>
            <a:ext cx="3218603" cy="221599"/>
          </a:xfrm>
        </p:spPr>
        <p:txBody>
          <a:bodyPr wrap="square"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b="1" i="0" kern="1200" cap="all" spc="0" baseline="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C534ACA2-9CEC-6CDB-2AE5-2643BE04A6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376015"/>
            <a:ext cx="10565232" cy="1314674"/>
          </a:xfr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3000" spc="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ADC2891-F687-A61F-FC46-FB44DF636D6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29985" y="2110213"/>
            <a:ext cx="3186868" cy="221599"/>
          </a:xfrm>
        </p:spPr>
        <p:txBody>
          <a:bodyPr wrap="square"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b="1" i="0" kern="1200" cap="all" spc="0" baseline="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81383EBA-41EC-D0E9-D55E-AAFE3006863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79038" y="2110213"/>
            <a:ext cx="3186868" cy="221599"/>
          </a:xfrm>
        </p:spPr>
        <p:txBody>
          <a:bodyPr wrap="square"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b="1" i="0" kern="1200" cap="all" spc="0" baseline="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headline</a:t>
            </a:r>
          </a:p>
        </p:txBody>
      </p:sp>
    </p:spTree>
    <p:extLst>
      <p:ext uri="{BB962C8B-B14F-4D97-AF65-F5344CB8AC3E}">
        <p14:creationId xmlns:p14="http://schemas.microsoft.com/office/powerpoint/2010/main" val="27353529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a_display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1EB2D0-A9DF-0A52-7DD5-83E681ADBD65}"/>
              </a:ext>
            </a:extLst>
          </p:cNvPr>
          <p:cNvSpPr/>
          <p:nvPr/>
        </p:nvSpPr>
        <p:spPr>
          <a:xfrm>
            <a:off x="0" y="309563"/>
            <a:ext cx="6089650" cy="6548437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AA1F9C-6445-91A6-0C15-DD07A26854E2}"/>
              </a:ext>
            </a:extLst>
          </p:cNvPr>
          <p:cNvSpPr/>
          <p:nvPr/>
        </p:nvSpPr>
        <p:spPr>
          <a:xfrm>
            <a:off x="0" y="0"/>
            <a:ext cx="12192000" cy="3746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EB630E-BE93-9E60-FED2-325A5235ECB8}"/>
              </a:ext>
            </a:extLst>
          </p:cNvPr>
          <p:cNvSpPr/>
          <p:nvPr/>
        </p:nvSpPr>
        <p:spPr>
          <a:xfrm>
            <a:off x="9275763" y="0"/>
            <a:ext cx="2916237" cy="1635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32A976-7EBF-B461-AFAF-981E9289D1E9}"/>
              </a:ext>
            </a:extLst>
          </p:cNvPr>
          <p:cNvSpPr txBox="1">
            <a:spLocks/>
          </p:cNvSpPr>
          <p:nvPr/>
        </p:nvSpPr>
        <p:spPr>
          <a:xfrm>
            <a:off x="838200" y="6453188"/>
            <a:ext cx="242694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00" b="0" i="0" spc="15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LOYOLA UNIVERSITY CHICAGO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6702552" y="2632923"/>
            <a:ext cx="4700880" cy="3228473"/>
          </a:xfrm>
        </p:spPr>
        <p:txBody>
          <a:bodyPr lIns="0" tIns="0" rIns="0" bIns="0"/>
          <a:lstStyle>
            <a:lvl1pPr marL="0" indent="0">
              <a:spcAft>
                <a:spcPts val="200"/>
              </a:spcAft>
              <a:buNone/>
              <a:defRPr sz="1800" b="0" i="0"/>
            </a:lvl1pPr>
            <a:lvl2pPr>
              <a:defRPr sz="1400" b="0" i="0"/>
            </a:lvl2pPr>
            <a:lvl3pPr>
              <a:defRPr sz="1400" b="0" i="0"/>
            </a:lvl3pPr>
            <a:lvl4pPr>
              <a:defRPr sz="1400" b="0" i="0"/>
            </a:lvl4pPr>
            <a:lvl5pPr>
              <a:defRPr sz="1400" b="0" i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838200" y="1123404"/>
            <a:ext cx="4229746" cy="4896395"/>
          </a:xfrm>
        </p:spPr>
        <p:txBody>
          <a:bodyPr anchor="ctr"/>
          <a:lstStyle>
            <a:lvl1pPr marL="0" indent="0">
              <a:spcAft>
                <a:spcPts val="1200"/>
              </a:spcAft>
              <a:buNone/>
              <a:defRPr sz="2800" b="1" i="0">
                <a:latin typeface="Arial" panose="020B0604020202020204" pitchFamily="34" charset="0"/>
              </a:defRPr>
            </a:lvl1pPr>
            <a:lvl2pPr marL="0" indent="0">
              <a:buNone/>
              <a:defRPr lang="en-US" sz="1400" b="0" i="0" kern="1200" cap="all" spc="0" baseline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defRPr>
                <a:latin typeface="Georgia" panose="02040502050405020303" pitchFamily="18" charset="0"/>
              </a:defRPr>
            </a:lvl3pPr>
            <a:lvl4pPr>
              <a:defRPr>
                <a:latin typeface="Georgia" panose="02040502050405020303" pitchFamily="18" charset="0"/>
              </a:defRPr>
            </a:lvl4pPr>
            <a:lvl5pPr>
              <a:defRPr>
                <a:latin typeface="Georgia" panose="02040502050405020303" pitchFamily="18" charset="0"/>
              </a:defRPr>
            </a:lvl5pPr>
          </a:lstStyle>
          <a:p>
            <a:pPr lvl="0"/>
            <a:r>
              <a:rPr lang="en-US" dirty="0"/>
              <a:t>Click to add readout or quote</a:t>
            </a:r>
          </a:p>
          <a:p>
            <a:pPr lvl="1"/>
            <a:r>
              <a:rPr lang="en-US" dirty="0"/>
              <a:t>—attribution</a:t>
            </a:r>
          </a:p>
        </p:txBody>
      </p:sp>
      <p:sp>
        <p:nvSpPr>
          <p:cNvPr id="6" name="Text Placeholder 23"/>
          <p:cNvSpPr>
            <a:spLocks noGrp="1"/>
          </p:cNvSpPr>
          <p:nvPr>
            <p:ph type="body" sz="quarter" idx="16" hasCustomPrompt="1"/>
          </p:nvPr>
        </p:nvSpPr>
        <p:spPr>
          <a:xfrm>
            <a:off x="6535647" y="6452610"/>
            <a:ext cx="4867785" cy="138499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lang="en-US" sz="1000" b="0" i="0" cap="all" spc="1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2BDFC07-F38A-A1AB-F647-025D8C5977E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03065" y="2110213"/>
            <a:ext cx="4714116" cy="221599"/>
          </a:xfrm>
        </p:spPr>
        <p:txBody>
          <a:bodyPr wrap="square"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b="1" i="0" kern="1200" cap="all" spc="0" baseline="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headline</a:t>
            </a:r>
          </a:p>
        </p:txBody>
      </p:sp>
    </p:spTree>
    <p:extLst>
      <p:ext uri="{BB962C8B-B14F-4D97-AF65-F5344CB8AC3E}">
        <p14:creationId xmlns:p14="http://schemas.microsoft.com/office/powerpoint/2010/main" val="26708263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b_display-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60ADADCA-CCAF-99B0-EEFF-053F8A6F1B7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38200" y="376015"/>
            <a:ext cx="5246914" cy="1314674"/>
          </a:xfr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3000" spc="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BCDF3B-78F7-71F0-DAE1-4EDA032F326D}"/>
              </a:ext>
            </a:extLst>
          </p:cNvPr>
          <p:cNvSpPr/>
          <p:nvPr/>
        </p:nvSpPr>
        <p:spPr>
          <a:xfrm>
            <a:off x="0" y="0"/>
            <a:ext cx="12192000" cy="3746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BA14CC-AFEE-B0DB-C95D-42CF9821CCDD}"/>
              </a:ext>
            </a:extLst>
          </p:cNvPr>
          <p:cNvSpPr/>
          <p:nvPr/>
        </p:nvSpPr>
        <p:spPr>
          <a:xfrm>
            <a:off x="9275763" y="0"/>
            <a:ext cx="2916237" cy="1635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BCCE00-7A5A-D0E3-7333-F7A98C142D1D}"/>
              </a:ext>
            </a:extLst>
          </p:cNvPr>
          <p:cNvSpPr txBox="1">
            <a:spLocks/>
          </p:cNvSpPr>
          <p:nvPr/>
        </p:nvSpPr>
        <p:spPr>
          <a:xfrm>
            <a:off x="838200" y="6453188"/>
            <a:ext cx="242694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00" b="0" i="0" spc="15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LOYOLA UNIVERSITY CHICAGO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 hasCustomPrompt="1"/>
          </p:nvPr>
        </p:nvSpPr>
        <p:spPr>
          <a:xfrm>
            <a:off x="6362054" y="631595"/>
            <a:ext cx="5058931" cy="54204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0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object</a:t>
            </a:r>
          </a:p>
        </p:txBody>
      </p:sp>
      <p:sp>
        <p:nvSpPr>
          <p:cNvPr id="2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667000"/>
            <a:ext cx="5257800" cy="3407522"/>
          </a:xfrm>
        </p:spPr>
        <p:txBody>
          <a:bodyPr lIns="0" tIns="0" rIns="0" bIns="0"/>
          <a:lstStyle>
            <a:lvl1pPr>
              <a:spcAft>
                <a:spcPts val="200"/>
              </a:spcAft>
              <a:defRPr sz="1800" b="0" i="0"/>
            </a:lvl1pPr>
            <a:lvl2pPr>
              <a:defRPr sz="1400" b="0" i="0"/>
            </a:lvl2pPr>
            <a:lvl3pPr>
              <a:defRPr sz="1400" b="0" i="0"/>
            </a:lvl3pPr>
            <a:lvl4pPr>
              <a:defRPr sz="1400" b="0" i="0"/>
            </a:lvl4pPr>
            <a:lvl5pPr>
              <a:defRPr sz="1400" b="0" i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23"/>
          <p:cNvSpPr>
            <a:spLocks noGrp="1"/>
          </p:cNvSpPr>
          <p:nvPr>
            <p:ph type="body" sz="quarter" idx="18" hasCustomPrompt="1"/>
          </p:nvPr>
        </p:nvSpPr>
        <p:spPr>
          <a:xfrm>
            <a:off x="6535647" y="6452610"/>
            <a:ext cx="4867785" cy="138499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lang="en-US" sz="1000" b="0" i="0" cap="all" spc="1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B3F2D576-D153-57D7-670B-00FA2FDA236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2104" y="1827185"/>
            <a:ext cx="5263896" cy="221599"/>
          </a:xfrm>
        </p:spPr>
        <p:txBody>
          <a:bodyPr wrap="square"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b="1" i="0" kern="1200" cap="all" spc="0" baseline="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headline</a:t>
            </a:r>
          </a:p>
        </p:txBody>
      </p:sp>
    </p:spTree>
    <p:extLst>
      <p:ext uri="{BB962C8B-B14F-4D97-AF65-F5344CB8AC3E}">
        <p14:creationId xmlns:p14="http://schemas.microsoft.com/office/powerpoint/2010/main" val="28258448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c_display-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8046A04-66B3-B2E1-B4DB-55016C2F830D}"/>
              </a:ext>
            </a:extLst>
          </p:cNvPr>
          <p:cNvSpPr/>
          <p:nvPr/>
        </p:nvSpPr>
        <p:spPr>
          <a:xfrm>
            <a:off x="0" y="0"/>
            <a:ext cx="12192000" cy="3746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D40FE0-26D5-4E51-1074-5DA2EDD1F463}"/>
              </a:ext>
            </a:extLst>
          </p:cNvPr>
          <p:cNvSpPr/>
          <p:nvPr/>
        </p:nvSpPr>
        <p:spPr>
          <a:xfrm>
            <a:off x="9275763" y="0"/>
            <a:ext cx="2916237" cy="1635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F91597-0FDF-8FCA-9FE3-568F01796F35}"/>
              </a:ext>
            </a:extLst>
          </p:cNvPr>
          <p:cNvSpPr txBox="1">
            <a:spLocks/>
          </p:cNvSpPr>
          <p:nvPr/>
        </p:nvSpPr>
        <p:spPr>
          <a:xfrm>
            <a:off x="838200" y="6453188"/>
            <a:ext cx="242694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00" b="0" i="0" spc="15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LOYOLA UNIVERSITY CHICAGO</a:t>
            </a:r>
          </a:p>
        </p:txBody>
      </p:sp>
      <p:sp>
        <p:nvSpPr>
          <p:cNvPr id="5" name="Table Placeholder 4"/>
          <p:cNvSpPr>
            <a:spLocks noGrp="1"/>
          </p:cNvSpPr>
          <p:nvPr>
            <p:ph type="tbl" sz="quarter" idx="15"/>
          </p:nvPr>
        </p:nvSpPr>
        <p:spPr>
          <a:xfrm>
            <a:off x="831849" y="2654343"/>
            <a:ext cx="10571583" cy="3200400"/>
          </a:xfrm>
        </p:spPr>
        <p:txBody>
          <a:bodyPr rtlCol="0">
            <a:normAutofit/>
          </a:bodyPr>
          <a:lstStyle>
            <a:lvl1pPr marL="0" indent="0" algn="ctr">
              <a:buNone/>
              <a:defRPr b="0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Click icon to add table</a:t>
            </a:r>
            <a:endParaRPr lang="en-US" noProof="0" dirty="0"/>
          </a:p>
        </p:txBody>
      </p:sp>
      <p:sp>
        <p:nvSpPr>
          <p:cNvPr id="2" name="Text Placeholder 23"/>
          <p:cNvSpPr>
            <a:spLocks noGrp="1"/>
          </p:cNvSpPr>
          <p:nvPr>
            <p:ph type="body" sz="quarter" idx="16" hasCustomPrompt="1"/>
          </p:nvPr>
        </p:nvSpPr>
        <p:spPr>
          <a:xfrm>
            <a:off x="6535647" y="6452610"/>
            <a:ext cx="4867785" cy="138499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lang="en-US" sz="1000" b="0" i="0" cap="all" spc="1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2C51B03-5B9F-97D5-E8C9-300A3518E50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2104" y="1819656"/>
            <a:ext cx="10587010" cy="221599"/>
          </a:xfrm>
        </p:spPr>
        <p:txBody>
          <a:bodyPr wrap="square"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b="1" i="0" kern="1200" cap="all" spc="0" baseline="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8134F68F-850F-C061-0016-BEBC094E23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376015"/>
            <a:ext cx="10565232" cy="1314674"/>
          </a:xfr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3000" spc="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headline</a:t>
            </a:r>
          </a:p>
        </p:txBody>
      </p:sp>
    </p:spTree>
    <p:extLst>
      <p:ext uri="{BB962C8B-B14F-4D97-AF65-F5344CB8AC3E}">
        <p14:creationId xmlns:p14="http://schemas.microsoft.com/office/powerpoint/2010/main" val="34570893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d_display-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AA1F9C-6445-91A6-0C15-DD07A26854E2}"/>
              </a:ext>
            </a:extLst>
          </p:cNvPr>
          <p:cNvSpPr/>
          <p:nvPr/>
        </p:nvSpPr>
        <p:spPr>
          <a:xfrm>
            <a:off x="0" y="0"/>
            <a:ext cx="12192000" cy="3746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EB630E-BE93-9E60-FED2-325A5235ECB8}"/>
              </a:ext>
            </a:extLst>
          </p:cNvPr>
          <p:cNvSpPr/>
          <p:nvPr/>
        </p:nvSpPr>
        <p:spPr>
          <a:xfrm>
            <a:off x="9275763" y="0"/>
            <a:ext cx="2916237" cy="1635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32A976-7EBF-B461-AFAF-981E9289D1E9}"/>
              </a:ext>
            </a:extLst>
          </p:cNvPr>
          <p:cNvSpPr txBox="1">
            <a:spLocks/>
          </p:cNvSpPr>
          <p:nvPr/>
        </p:nvSpPr>
        <p:spPr>
          <a:xfrm>
            <a:off x="838200" y="6453188"/>
            <a:ext cx="242694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00" b="0" i="0" spc="15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LOYOLA UNIVERSITY CHICAGO</a:t>
            </a:r>
          </a:p>
        </p:txBody>
      </p:sp>
      <p:sp>
        <p:nvSpPr>
          <p:cNvPr id="6" name="Text Placeholder 23"/>
          <p:cNvSpPr>
            <a:spLocks noGrp="1"/>
          </p:cNvSpPr>
          <p:nvPr>
            <p:ph type="body" sz="quarter" idx="16" hasCustomPrompt="1"/>
          </p:nvPr>
        </p:nvSpPr>
        <p:spPr>
          <a:xfrm>
            <a:off x="6535647" y="6452610"/>
            <a:ext cx="4867785" cy="138499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lang="en-US" sz="1000" b="0" i="0" cap="all" spc="1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2BDFC07-F38A-A1AB-F647-025D8C5977E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2091" y="2870376"/>
            <a:ext cx="3267201" cy="258413"/>
          </a:xfrm>
        </p:spPr>
        <p:txBody>
          <a:bodyPr wrap="square"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b="1" i="0" kern="1200" cap="all" spc="40" baseline="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category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F69CEE9-3660-0ED5-F37D-2CD0BC4AFA5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0561" y="3327095"/>
            <a:ext cx="3289747" cy="782198"/>
          </a:xfrm>
        </p:spPr>
        <p:txBody>
          <a:bodyPr lIns="0" tIns="0" rIns="0" bIns="0"/>
          <a:lstStyle>
            <a:lvl1pPr marL="0" indent="0">
              <a:spcAft>
                <a:spcPts val="200"/>
              </a:spcAft>
              <a:buNone/>
              <a:defRPr sz="6000" b="1" i="0" spc="-100" baseline="0">
                <a:latin typeface="Arial" panose="020B0604020202020204" pitchFamily="34" charset="0"/>
              </a:defRPr>
            </a:lvl1pPr>
            <a:lvl2pPr>
              <a:defRPr sz="1400" b="0" i="0"/>
            </a:lvl2pPr>
            <a:lvl3pPr>
              <a:defRPr sz="1400" b="0" i="0"/>
            </a:lvl3pPr>
            <a:lvl4pPr>
              <a:defRPr sz="1400" b="0" i="0"/>
            </a:lvl4pPr>
            <a:lvl5pPr>
              <a:defRPr sz="1400" b="0" i="0"/>
            </a:lvl5pPr>
          </a:lstStyle>
          <a:p>
            <a:pPr lvl="0"/>
            <a:r>
              <a:rPr lang="en-US" dirty="0"/>
              <a:t>Number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026D500B-3CE2-126F-09CC-CC46016744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376015"/>
            <a:ext cx="10565232" cy="1314674"/>
          </a:xfr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3000" spc="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Display numbers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3706456-01B8-58CA-1643-C85751AD354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0561" y="4831814"/>
            <a:ext cx="3300764" cy="764754"/>
          </a:xfrm>
        </p:spPr>
        <p:txBody>
          <a:bodyPr lIns="0" tIns="0" rIns="0" bIns="0"/>
          <a:lstStyle>
            <a:lvl1pPr marL="0" indent="0">
              <a:spcAft>
                <a:spcPts val="200"/>
              </a:spcAft>
              <a:buNone/>
              <a:defRPr sz="1800" b="0" i="0" baseline="0"/>
            </a:lvl1pPr>
            <a:lvl2pPr>
              <a:defRPr sz="1400" b="0" i="0"/>
            </a:lvl2pPr>
            <a:lvl3pPr>
              <a:defRPr sz="1400" b="0" i="0"/>
            </a:lvl3pPr>
            <a:lvl4pPr>
              <a:defRPr sz="1400" b="0" i="0"/>
            </a:lvl4pPr>
            <a:lvl5pPr>
              <a:defRPr sz="1400" b="0" i="0"/>
            </a:lvl5pPr>
          </a:lstStyle>
          <a:p>
            <a:pPr lvl="0"/>
            <a:r>
              <a:rPr lang="en-US" dirty="0"/>
              <a:t>Click to add context, if needed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F17FD5E6-C37B-DAAF-2F3C-F0542BAC866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42091" y="4191000"/>
            <a:ext cx="3267201" cy="258413"/>
          </a:xfrm>
        </p:spPr>
        <p:txBody>
          <a:bodyPr wrap="square"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b="1" i="0" kern="12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description</a:t>
            </a:r>
          </a:p>
        </p:txBody>
      </p:sp>
    </p:spTree>
    <p:extLst>
      <p:ext uri="{BB962C8B-B14F-4D97-AF65-F5344CB8AC3E}">
        <p14:creationId xmlns:p14="http://schemas.microsoft.com/office/powerpoint/2010/main" val="31491133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a_emphasis-maro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8B890C3-DE06-2122-DB73-8789EDE6A929}"/>
              </a:ext>
            </a:extLst>
          </p:cNvPr>
          <p:cNvSpPr/>
          <p:nvPr/>
        </p:nvSpPr>
        <p:spPr>
          <a:xfrm>
            <a:off x="9275763" y="0"/>
            <a:ext cx="2916237" cy="1635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77B106-B89A-030A-5015-EBC196C99724}"/>
              </a:ext>
            </a:extLst>
          </p:cNvPr>
          <p:cNvSpPr txBox="1">
            <a:spLocks/>
          </p:cNvSpPr>
          <p:nvPr/>
        </p:nvSpPr>
        <p:spPr>
          <a:xfrm>
            <a:off x="838200" y="6453188"/>
            <a:ext cx="2426946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00" b="0" i="0" spc="15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LOYOLA UNIVERSITY CHICAGO</a:t>
            </a:r>
          </a:p>
        </p:txBody>
      </p:sp>
      <p:sp>
        <p:nvSpPr>
          <p:cNvPr id="2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667000"/>
            <a:ext cx="10571328" cy="3407522"/>
          </a:xfrm>
        </p:spPr>
        <p:txBody>
          <a:bodyPr lIns="0" tIns="0" rIns="0" bIns="0"/>
          <a:lstStyle>
            <a:lvl1pPr marL="0" indent="0">
              <a:buNone/>
              <a:defRPr b="0" i="0">
                <a:solidFill>
                  <a:schemeClr val="bg1"/>
                </a:solidFill>
              </a:defRPr>
            </a:lvl1pPr>
            <a:lvl2pPr>
              <a:defRPr b="0" i="0">
                <a:solidFill>
                  <a:schemeClr val="bg1"/>
                </a:solidFill>
              </a:defRPr>
            </a:lvl2pPr>
            <a:lvl3pPr>
              <a:defRPr b="0" i="0">
                <a:solidFill>
                  <a:schemeClr val="bg1"/>
                </a:solidFill>
              </a:defRPr>
            </a:lvl3pPr>
            <a:lvl4pPr>
              <a:defRPr b="0" i="0">
                <a:solidFill>
                  <a:schemeClr val="bg1"/>
                </a:solidFill>
              </a:defRPr>
            </a:lvl4pPr>
            <a:lvl5pPr>
              <a:defRPr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23"/>
          <p:cNvSpPr>
            <a:spLocks noGrp="1"/>
          </p:cNvSpPr>
          <p:nvPr>
            <p:ph type="body" sz="quarter" idx="16" hasCustomPrompt="1"/>
          </p:nvPr>
        </p:nvSpPr>
        <p:spPr>
          <a:xfrm>
            <a:off x="6535647" y="6452610"/>
            <a:ext cx="4867785" cy="138499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lang="en-US" sz="1000" b="0" i="0" cap="all" spc="150" baseline="0" dirty="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55BB3E5-692F-DBF8-1A96-E5BA96876DF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2104" y="1819656"/>
            <a:ext cx="10587010" cy="221599"/>
          </a:xfrm>
        </p:spPr>
        <p:txBody>
          <a:bodyPr wrap="square"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b="1" i="0" kern="1200" cap="all" spc="40" baseline="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A5A9CF36-2408-77EA-D0E8-AA9C687D27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376015"/>
            <a:ext cx="10565232" cy="1314674"/>
          </a:xfr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3000" spc="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headline</a:t>
            </a:r>
          </a:p>
        </p:txBody>
      </p:sp>
    </p:spTree>
    <p:extLst>
      <p:ext uri="{BB962C8B-B14F-4D97-AF65-F5344CB8AC3E}">
        <p14:creationId xmlns:p14="http://schemas.microsoft.com/office/powerpoint/2010/main" val="16610844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b_emphasis-dark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97D2B7F-0409-DCFE-7B21-7BAEA1E97943}"/>
              </a:ext>
            </a:extLst>
          </p:cNvPr>
          <p:cNvSpPr/>
          <p:nvPr/>
        </p:nvSpPr>
        <p:spPr>
          <a:xfrm>
            <a:off x="0" y="0"/>
            <a:ext cx="12192000" cy="37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A46325-F276-6492-0559-FBD62768D9B7}"/>
              </a:ext>
            </a:extLst>
          </p:cNvPr>
          <p:cNvSpPr/>
          <p:nvPr/>
        </p:nvSpPr>
        <p:spPr>
          <a:xfrm>
            <a:off x="9275763" y="0"/>
            <a:ext cx="2916237" cy="1635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9FAD3D-FD95-9A7D-9FF3-9B7A8A97D051}"/>
              </a:ext>
            </a:extLst>
          </p:cNvPr>
          <p:cNvSpPr txBox="1">
            <a:spLocks/>
          </p:cNvSpPr>
          <p:nvPr/>
        </p:nvSpPr>
        <p:spPr>
          <a:xfrm>
            <a:off x="838200" y="6453188"/>
            <a:ext cx="2426946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00" b="0" i="0" spc="15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LOYOLA UNIVERSITY CHICAGO</a:t>
            </a:r>
          </a:p>
        </p:txBody>
      </p:sp>
      <p:sp>
        <p:nvSpPr>
          <p:cNvPr id="2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667000"/>
            <a:ext cx="10565232" cy="3407522"/>
          </a:xfrm>
        </p:spPr>
        <p:txBody>
          <a:bodyPr lIns="0" tIns="0" rIns="0" bIns="0"/>
          <a:lstStyle>
            <a:lvl1pPr marL="0" indent="0">
              <a:buNone/>
              <a:defRPr b="0" i="0">
                <a:solidFill>
                  <a:schemeClr val="bg1"/>
                </a:solidFill>
              </a:defRPr>
            </a:lvl1pPr>
            <a:lvl2pPr>
              <a:defRPr b="0" i="0">
                <a:solidFill>
                  <a:schemeClr val="bg1"/>
                </a:solidFill>
              </a:defRPr>
            </a:lvl2pPr>
            <a:lvl3pPr>
              <a:defRPr b="0" i="0">
                <a:solidFill>
                  <a:schemeClr val="bg1"/>
                </a:solidFill>
              </a:defRPr>
            </a:lvl3pPr>
            <a:lvl4pPr>
              <a:defRPr b="0" i="0">
                <a:solidFill>
                  <a:schemeClr val="bg1"/>
                </a:solidFill>
              </a:defRPr>
            </a:lvl4pPr>
            <a:lvl5pPr>
              <a:defRPr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23"/>
          <p:cNvSpPr>
            <a:spLocks noGrp="1"/>
          </p:cNvSpPr>
          <p:nvPr>
            <p:ph type="body" sz="quarter" idx="16" hasCustomPrompt="1"/>
          </p:nvPr>
        </p:nvSpPr>
        <p:spPr>
          <a:xfrm>
            <a:off x="6535647" y="6452610"/>
            <a:ext cx="4867785" cy="138499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lang="en-US" sz="1000" b="0" i="0" cap="all" spc="150" baseline="0" dirty="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2306555-D7B9-2122-7043-882C1E0B3E3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2104" y="1819656"/>
            <a:ext cx="10587010" cy="221599"/>
          </a:xfrm>
        </p:spPr>
        <p:txBody>
          <a:bodyPr wrap="square"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b="1" i="0" kern="1200" cap="all" spc="40" baseline="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3CCBD1-264C-A481-4F7B-6EEEBD5A34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376015"/>
            <a:ext cx="10565232" cy="1314674"/>
          </a:xfr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3000" spc="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headline</a:t>
            </a:r>
          </a:p>
        </p:txBody>
      </p:sp>
    </p:spTree>
    <p:extLst>
      <p:ext uri="{BB962C8B-B14F-4D97-AF65-F5344CB8AC3E}">
        <p14:creationId xmlns:p14="http://schemas.microsoft.com/office/powerpoint/2010/main" val="13266479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losin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D4A61B4-E715-DB10-BF89-AC04C6F742A5}"/>
              </a:ext>
            </a:extLst>
          </p:cNvPr>
          <p:cNvSpPr/>
          <p:nvPr/>
        </p:nvSpPr>
        <p:spPr>
          <a:xfrm>
            <a:off x="9275763" y="0"/>
            <a:ext cx="2916237" cy="1635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784929" y="3657157"/>
            <a:ext cx="10576289" cy="276999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lang="en-US" sz="2000" b="1" i="0" kern="1200" cap="none" spc="40" baseline="0" dirty="0" smtClean="0">
                <a:solidFill>
                  <a:srgbClr val="FEBC18"/>
                </a:solidFill>
                <a:latin typeface="Arial" panose="020B0604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en-US" dirty="0"/>
              <a:t>Click to add URL</a:t>
            </a:r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781367" y="2672142"/>
            <a:ext cx="10581577" cy="664797"/>
          </a:xfr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lang="en-US" sz="4800" b="1" i="0" kern="1200" spc="0" baseline="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closing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AB7FABAC-CFAC-DAC8-01B0-48E721CCB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465820" y="5769094"/>
            <a:ext cx="3223260" cy="671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3055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0E6A11-FCE7-FCE3-CDF0-83CF741440C8}"/>
              </a:ext>
            </a:extLst>
          </p:cNvPr>
          <p:cNvSpPr/>
          <p:nvPr/>
        </p:nvSpPr>
        <p:spPr>
          <a:xfrm>
            <a:off x="0" y="0"/>
            <a:ext cx="12192000" cy="3746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172468-BBB8-7328-00D0-B3C150587FA1}"/>
              </a:ext>
            </a:extLst>
          </p:cNvPr>
          <p:cNvSpPr/>
          <p:nvPr/>
        </p:nvSpPr>
        <p:spPr>
          <a:xfrm>
            <a:off x="9275763" y="0"/>
            <a:ext cx="2916237" cy="1635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058EE5-2E44-46CE-912D-E30C4283B40E}"/>
              </a:ext>
            </a:extLst>
          </p:cNvPr>
          <p:cNvSpPr txBox="1">
            <a:spLocks/>
          </p:cNvSpPr>
          <p:nvPr/>
        </p:nvSpPr>
        <p:spPr>
          <a:xfrm>
            <a:off x="838200" y="6453188"/>
            <a:ext cx="242694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00" b="0" i="0" spc="15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LOYOLA UNIVERSITY CHICAGO</a:t>
            </a:r>
          </a:p>
        </p:txBody>
      </p:sp>
      <p:sp>
        <p:nvSpPr>
          <p:cNvPr id="3" name="Text Placeholder 23"/>
          <p:cNvSpPr>
            <a:spLocks noGrp="1"/>
          </p:cNvSpPr>
          <p:nvPr>
            <p:ph type="body" sz="quarter" idx="18" hasCustomPrompt="1"/>
          </p:nvPr>
        </p:nvSpPr>
        <p:spPr>
          <a:xfrm>
            <a:off x="6535647" y="6452610"/>
            <a:ext cx="4867785" cy="138499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lang="en-US" sz="1000" b="0" i="0" cap="all" spc="1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</p:spTree>
    <p:extLst>
      <p:ext uri="{BB962C8B-B14F-4D97-AF65-F5344CB8AC3E}">
        <p14:creationId xmlns:p14="http://schemas.microsoft.com/office/powerpoint/2010/main" val="12233959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57655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-maro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FF9A9E-3035-346A-8BDC-F6ACD74A46FD}"/>
              </a:ext>
            </a:extLst>
          </p:cNvPr>
          <p:cNvSpPr/>
          <p:nvPr/>
        </p:nvSpPr>
        <p:spPr>
          <a:xfrm>
            <a:off x="9275763" y="0"/>
            <a:ext cx="2916237" cy="1635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453F3-23CA-6884-71A5-B8C2A9739A1F}"/>
              </a:ext>
            </a:extLst>
          </p:cNvPr>
          <p:cNvSpPr txBox="1">
            <a:spLocks/>
          </p:cNvSpPr>
          <p:nvPr/>
        </p:nvSpPr>
        <p:spPr>
          <a:xfrm>
            <a:off x="838200" y="6453188"/>
            <a:ext cx="4229100" cy="392112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0" i="0" kern="1200" spc="150" baseline="0">
                <a:solidFill>
                  <a:schemeClr val="tx2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3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b="0" i="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LOYOLA UNIVERSITY CHICAGO</a:t>
            </a:r>
          </a:p>
        </p:txBody>
      </p:sp>
      <p:sp>
        <p:nvSpPr>
          <p:cNvPr id="8" name="Text Placeholder 23"/>
          <p:cNvSpPr>
            <a:spLocks noGrp="1"/>
          </p:cNvSpPr>
          <p:nvPr>
            <p:ph type="body" sz="quarter" idx="16" hasCustomPrompt="1"/>
          </p:nvPr>
        </p:nvSpPr>
        <p:spPr>
          <a:xfrm>
            <a:off x="6535647" y="6452610"/>
            <a:ext cx="4867785" cy="138499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lang="en-US" sz="1000" b="0" i="0" cap="all" spc="150" baseline="0" dirty="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</p:spTree>
    <p:extLst>
      <p:ext uri="{BB962C8B-B14F-4D97-AF65-F5344CB8AC3E}">
        <p14:creationId xmlns:p14="http://schemas.microsoft.com/office/powerpoint/2010/main" val="32463737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-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13A98B-7AE9-D161-3F26-588F63E2A08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67392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-gol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06F7F4-450D-120C-C9B1-8C4266EC32BD}"/>
              </a:ext>
            </a:extLst>
          </p:cNvPr>
          <p:cNvSpPr/>
          <p:nvPr/>
        </p:nvSpPr>
        <p:spPr>
          <a:xfrm>
            <a:off x="0" y="0"/>
            <a:ext cx="12192000" cy="37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FC80E8-90B2-2298-C7F1-B184D49FC305}"/>
              </a:ext>
            </a:extLst>
          </p:cNvPr>
          <p:cNvSpPr/>
          <p:nvPr/>
        </p:nvSpPr>
        <p:spPr>
          <a:xfrm>
            <a:off x="9275763" y="0"/>
            <a:ext cx="2916237" cy="1635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9DBA77-7A37-E4DB-4CCF-07AA9FA1B7C2}"/>
              </a:ext>
            </a:extLst>
          </p:cNvPr>
          <p:cNvSpPr txBox="1">
            <a:spLocks/>
          </p:cNvSpPr>
          <p:nvPr/>
        </p:nvSpPr>
        <p:spPr>
          <a:xfrm>
            <a:off x="838200" y="6453188"/>
            <a:ext cx="242694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00" b="0" i="0" spc="15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LOYOLA UNIVERSITY CHICAGO</a:t>
            </a:r>
          </a:p>
        </p:txBody>
      </p:sp>
      <p:sp>
        <p:nvSpPr>
          <p:cNvPr id="3" name="Text Placeholder 23"/>
          <p:cNvSpPr>
            <a:spLocks noGrp="1"/>
          </p:cNvSpPr>
          <p:nvPr>
            <p:ph type="body" sz="quarter" idx="18" hasCustomPrompt="1"/>
          </p:nvPr>
        </p:nvSpPr>
        <p:spPr>
          <a:xfrm>
            <a:off x="6535647" y="6452610"/>
            <a:ext cx="4867785" cy="138499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lang="en-US" sz="1000" b="0" i="0" cap="all" spc="1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unit name</a:t>
            </a:r>
          </a:p>
        </p:txBody>
      </p:sp>
    </p:spTree>
    <p:extLst>
      <p:ext uri="{BB962C8B-B14F-4D97-AF65-F5344CB8AC3E}">
        <p14:creationId xmlns:p14="http://schemas.microsoft.com/office/powerpoint/2010/main" val="31817336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-gol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1202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E77C33-B393-5DB6-B0F7-18619CEF2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dirty="0"/>
              <a:t>Click to add text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97A9B819-8B67-123F-0011-331913CCFC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01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add text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4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44" r:id="rId15"/>
    <p:sldLayoutId id="2147483735" r:id="rId16"/>
    <p:sldLayoutId id="2147483736" r:id="rId17"/>
    <p:sldLayoutId id="2147483737" r:id="rId18"/>
    <p:sldLayoutId id="2147483738" r:id="rId19"/>
    <p:sldLayoutId id="2147483720" r:id="rId20"/>
    <p:sldLayoutId id="2147483739" r:id="rId21"/>
    <p:sldLayoutId id="2147483740" r:id="rId22"/>
    <p:sldLayoutId id="2147483741" r:id="rId23"/>
    <p:sldLayoutId id="2147483742" r:id="rId24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 i="0" kern="3000" spc="-1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0" indent="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None/>
        <a:defRPr sz="2000" b="0" i="0" kern="1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b="0" i="0" kern="1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1" fontAlgn="base" hangingPunct="1">
        <a:lnSpc>
          <a:spcPct val="103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b="0" i="0" kern="1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b="0" i="0" kern="1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b="0" i="0" kern="1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Microsoft_Excel_Chart.xls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5F77356-D6FC-22DC-18A3-5A9B5D4687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5A0D2B-5C34-78E6-4639-7914D746010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9F997-7C16-1F3D-AA31-01432DBE83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7ADDB6-889A-7047-CE97-AB0EA0D802E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82DB5E83-0DDC-19E9-6A8E-00BE362140D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D64D270-BA2B-0D8C-FC36-E1FC98D23F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EE7AA-47B5-4063-8824-974E4FC4CA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B9DB9-EEE2-E8C6-8AF7-7FFBD5CB33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EE4FD2-4E9B-E83C-A34C-6555C9310F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F05FDF5-36CD-5501-00EF-21957695DF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91033A-5356-4C29-51E4-C91A040AD4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D456797-AAB8-B654-D5C4-7626A680E8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36BE8A0-6A14-344C-1409-F82C0586E0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5ABB103-D5EF-AC38-2E3C-1F54947234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949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931533-4061-041E-6F0D-9E1D55F2C6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D3C8D5-4D24-75FD-B1DC-454177AE77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This is for today’s agenda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2D9BEF-309A-B367-C89F-AD5D9B81914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054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7443625-C216-2DC1-CC0B-8B69330B6E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E2146A-391D-F85A-997C-80C9635EC9C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02C657-0A3B-AD21-1165-A3C214A7422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695AAD-BCE6-CC2E-2266-D035461F3F3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F538EA-ECDB-B3DE-756A-AC8E6DEBEE1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52176-88A4-5CE6-85CE-112C28698BA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CEA121-9C5B-2E80-F59B-D847BC6A130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BB282E-C7A4-162C-A869-0363382A4C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83B8E72-939B-DE39-4178-447ABCFA90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63ECFA-5C01-8684-14B5-38B95D037F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C4157-CAF7-1272-E277-7E105F91867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E472B3D-9354-189E-0ADB-A968B3BBA7B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16887AF-0FCF-985C-4679-0900AD44DC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456C05F-AD54-00B5-8F49-DB35B048F26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55E34F8-0825-1E34-794E-12282A1211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57FF067-70A7-DA14-005B-E1098D03F15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BD67A82-D2BB-E543-8C3C-AE17C0CD80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E518BB-6490-061A-984C-014EE5B933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409684-AFA4-6374-DF78-1731718F11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ED6AA2-C778-51B1-5567-EB78F3DC0A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E7F7F1-6256-2431-F486-E3CC998072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31A647-4E86-D4C8-8D84-E45C1ED39CD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864354-3E38-D859-A9D3-DBF6F923B7F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04E59D-A24D-DCFD-2093-3479E5D344F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5C38D6-4D41-707B-9343-87145F2DDD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8E30639-8A7A-A18F-1CB7-B4F1CEB9296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EA6511F-2F2D-A9F6-74BC-BDACCAC8404B}"/>
              </a:ext>
            </a:extLst>
          </p:cNvPr>
          <p:cNvCxnSpPr>
            <a:cxnSpLocks/>
          </p:cNvCxnSpPr>
          <p:nvPr/>
        </p:nvCxnSpPr>
        <p:spPr>
          <a:xfrm>
            <a:off x="6111875" y="2112963"/>
            <a:ext cx="0" cy="39766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85FA20-438C-5568-5232-098B8F531C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F303AF-F1DF-F344-D4E0-28B74DE25E9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002594-DA10-3454-3B38-94947679F89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E50CC1-025D-169A-62FC-317435EA585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43C7522-9548-4BEC-6859-34155F5357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F38381-63CB-C11C-69BD-0A7D87B99D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49A5070-4723-1B35-DCCF-5FF73F0369F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FC3EB6C-8A55-616C-8826-0E4BDA2906C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420508-0FC7-70B2-8F16-48CC771F8ED9}"/>
              </a:ext>
            </a:extLst>
          </p:cNvPr>
          <p:cNvCxnSpPr>
            <a:cxnSpLocks/>
          </p:cNvCxnSpPr>
          <p:nvPr/>
        </p:nvCxnSpPr>
        <p:spPr>
          <a:xfrm>
            <a:off x="4273550" y="2093913"/>
            <a:ext cx="0" cy="39766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FDDCE3-A92D-BEBF-A894-218A0397E627}"/>
              </a:ext>
            </a:extLst>
          </p:cNvPr>
          <p:cNvCxnSpPr>
            <a:cxnSpLocks/>
          </p:cNvCxnSpPr>
          <p:nvPr/>
        </p:nvCxnSpPr>
        <p:spPr>
          <a:xfrm>
            <a:off x="7954963" y="2093913"/>
            <a:ext cx="0" cy="39766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586B070-28C7-38A6-8FE4-387BC020E83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ACA6B8-5712-073F-094B-867F1C4FF370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99B8D3-12F7-8980-E522-A24712A538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This is a chart</a:t>
            </a:r>
            <a:endParaRPr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5802A4-F73C-4A7B-EDF4-B51645C007C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CE7C94-CEA9-0B20-036E-36FF9B6BD47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5844" name="Content Placeholder 23">
            <a:extLst>
              <a:ext uri="{FF2B5EF4-FFF2-40B4-BE49-F238E27FC236}">
                <a16:creationId xmlns:a16="http://schemas.microsoft.com/office/drawing/2014/main" id="{FAFFBAD5-37AC-767D-51CE-BF49854835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501674"/>
              </p:ext>
            </p:extLst>
          </p:nvPr>
        </p:nvGraphicFramePr>
        <p:xfrm>
          <a:off x="6362700" y="2278444"/>
          <a:ext cx="5057775" cy="352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20802600" imgH="16662400" progId="Excel.Chart.8">
                  <p:embed followColorScheme="full"/>
                </p:oleObj>
              </mc:Choice>
              <mc:Fallback>
                <p:oleObj name="Chart" r:id="rId2" imgW="20802600" imgH="16662400" progId="Excel.Chart.8">
                  <p:embed followColorScheme="full"/>
                  <p:pic>
                    <p:nvPicPr>
                      <p:cNvPr id="0" name="Content Placeholder 23"/>
                      <p:cNvPicPr>
                        <a:picLocks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2700" y="2278444"/>
                        <a:ext cx="5057775" cy="35226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20048B52-9D60-7CB0-DB20-42047589A555}"/>
              </a:ext>
            </a:extLst>
          </p:cNvPr>
          <p:cNvGraphicFramePr>
            <a:graphicFrameLocks noGrp="1"/>
          </p:cNvGraphicFramePr>
          <p:nvPr>
            <p:ph type="tbl" sz="quarter" idx="15"/>
            <p:extLst>
              <p:ext uri="{D42A27DB-BD31-4B8C-83A1-F6EECF244321}">
                <p14:modId xmlns:p14="http://schemas.microsoft.com/office/powerpoint/2010/main" val="336630271"/>
              </p:ext>
            </p:extLst>
          </p:nvPr>
        </p:nvGraphicFramePr>
        <p:xfrm>
          <a:off x="831850" y="2654300"/>
          <a:ext cx="10571160" cy="3220458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2114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4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4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4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9489">
                <a:tc>
                  <a:txBody>
                    <a:bodyPr/>
                    <a:lstStyle/>
                    <a:p>
                      <a:r>
                        <a:rPr lang="en-US" sz="1050" b="0" i="0" spc="1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TABLE HEADING</a:t>
                      </a:r>
                    </a:p>
                  </a:txBody>
                  <a:tcPr marT="45723" marB="45723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i="0" kern="1200" spc="10" baseline="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TABLE HEADING</a:t>
                      </a:r>
                    </a:p>
                  </a:txBody>
                  <a:tcPr marT="45723" marB="45723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i="0" kern="1200" spc="10" baseline="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TABLE HEADING</a:t>
                      </a:r>
                    </a:p>
                  </a:txBody>
                  <a:tcPr marT="45723" marB="45723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i="0" kern="1200" spc="10" baseline="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TABLE HEADING</a:t>
                      </a:r>
                    </a:p>
                  </a:txBody>
                  <a:tcPr marT="45723" marB="45723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i="0" kern="1200" spc="10" baseline="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TABLE HEADING</a:t>
                      </a:r>
                    </a:p>
                  </a:txBody>
                  <a:tcPr marT="45723" marB="45723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4673"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Lorem ipsum dolor sit </a:t>
                      </a:r>
                      <a:r>
                        <a:rPr lang="en-US" sz="1200" b="0" i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amet</a:t>
                      </a:r>
                      <a:r>
                        <a:rPr lang="en-US" sz="1200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200" b="0" i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consectetur</a:t>
                      </a:r>
                      <a:r>
                        <a:rPr lang="en-US" sz="1200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i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adipiscing</a:t>
                      </a:r>
                      <a:r>
                        <a:rPr lang="en-US" sz="1200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i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elit</a:t>
                      </a:r>
                      <a:endParaRPr lang="en-US" sz="1200" b="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3" marB="45723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Lorem ipsum dolor sit </a:t>
                      </a:r>
                      <a:r>
                        <a:rPr lang="en-US" sz="1200" b="0" i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amet</a:t>
                      </a:r>
                      <a:r>
                        <a:rPr lang="en-US" sz="1200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200" b="0" i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consectetur</a:t>
                      </a:r>
                      <a:r>
                        <a:rPr lang="en-US" sz="1200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i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adipiscing</a:t>
                      </a:r>
                      <a:r>
                        <a:rPr lang="en-US" sz="1200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i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elit</a:t>
                      </a:r>
                      <a:endParaRPr lang="en-US" sz="1200" b="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3" marB="45723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Lorem ipsum dolor sit </a:t>
                      </a:r>
                      <a:r>
                        <a:rPr lang="en-US" sz="1200" b="0" i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amet</a:t>
                      </a:r>
                      <a:r>
                        <a:rPr lang="en-US" sz="1200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200" b="0" i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consectetur</a:t>
                      </a:r>
                      <a:r>
                        <a:rPr lang="en-US" sz="1200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i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adipiscing</a:t>
                      </a:r>
                      <a:r>
                        <a:rPr lang="en-US" sz="1200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i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elit</a:t>
                      </a:r>
                      <a:endParaRPr lang="en-US" sz="1200" b="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3" marB="45723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Lorem ipsum dolor sit </a:t>
                      </a:r>
                      <a:r>
                        <a:rPr lang="en-US" sz="1200" b="0" i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amet</a:t>
                      </a:r>
                      <a:r>
                        <a:rPr lang="en-US" sz="1200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200" b="0" i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consectetur</a:t>
                      </a:r>
                      <a:r>
                        <a:rPr lang="en-US" sz="1200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i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adipiscing</a:t>
                      </a:r>
                      <a:r>
                        <a:rPr lang="en-US" sz="1200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i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elit</a:t>
                      </a:r>
                      <a:endParaRPr lang="en-US" sz="1200" b="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3" marB="45723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Lorem ipsum dolor sit </a:t>
                      </a:r>
                      <a:r>
                        <a:rPr lang="en-US" sz="1200" b="0" i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amet</a:t>
                      </a:r>
                      <a:r>
                        <a:rPr lang="en-US" sz="1200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200" b="0" i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consectetur</a:t>
                      </a:r>
                      <a:r>
                        <a:rPr lang="en-US" sz="1200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i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adipiscing</a:t>
                      </a:r>
                      <a:r>
                        <a:rPr lang="en-US" sz="1200" b="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i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elit</a:t>
                      </a:r>
                      <a:endParaRPr lang="en-US" sz="1200" b="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3" marB="45723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574"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574"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3" marB="45723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3" marB="45723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3" marB="45723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3" marB="45723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3" marB="45723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574"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1574"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3" marB="45723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3" marB="45723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3" marB="45723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3" marB="45723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23" marB="45723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9D22317-5BC3-43A3-ED0B-055E0C9F57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dirty="0"/>
              <a:t>This is a table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98A2B-A16D-3DB5-76BB-F076B23A9AE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7EA9F4-B454-6EE6-2883-DBCB68B092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C6617B-6A01-D8C3-F05D-EF691871F1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D1E5A08-AF95-990D-EE5D-F310D7D1AFE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rtlCol="0">
            <a:normAutofit/>
          </a:bodyPr>
          <a:lstStyle/>
          <a:p>
            <a:pPr fontAlgn="auto">
              <a:lnSpc>
                <a:spcPct val="120000"/>
              </a:lnSpc>
              <a:defRPr/>
            </a:pPr>
            <a:r>
              <a:rPr lang="en-US" kern="3000" spc="40" dirty="0"/>
              <a:t>Callout text lorem ipsum dolor sit </a:t>
            </a:r>
            <a:r>
              <a:rPr lang="en-US" kern="3000" spc="40" dirty="0" err="1"/>
              <a:t>amet</a:t>
            </a:r>
            <a:r>
              <a:rPr lang="en-US" kern="3000" spc="40" dirty="0"/>
              <a:t>, </a:t>
            </a:r>
            <a:r>
              <a:rPr lang="en-US" kern="3000" spc="40" dirty="0" err="1"/>
              <a:t>consect</a:t>
            </a:r>
            <a:r>
              <a:rPr lang="en-US" kern="3000" spc="40" dirty="0"/>
              <a:t> </a:t>
            </a:r>
            <a:r>
              <a:rPr lang="en-US" kern="3000" spc="40" dirty="0" err="1"/>
              <a:t>adipiscing</a:t>
            </a:r>
            <a:r>
              <a:rPr lang="en-US" kern="3000" spc="40" dirty="0"/>
              <a:t> </a:t>
            </a:r>
            <a:r>
              <a:rPr lang="en-US" kern="3000" spc="40" dirty="0" err="1"/>
              <a:t>elit</a:t>
            </a:r>
            <a:r>
              <a:rPr lang="en-US" kern="3000" spc="40" dirty="0"/>
              <a:t>. </a:t>
            </a:r>
            <a:r>
              <a:rPr lang="en-US" kern="3000" spc="40" dirty="0" err="1"/>
              <a:t>Aliquam</a:t>
            </a:r>
            <a:r>
              <a:rPr lang="en-US" kern="3000" spc="40" dirty="0"/>
              <a:t> cons </a:t>
            </a:r>
            <a:r>
              <a:rPr lang="en-US" kern="3000" spc="40" dirty="0" err="1"/>
              <a:t>equat</a:t>
            </a:r>
            <a:r>
              <a:rPr lang="en-US" kern="3000" spc="40" dirty="0"/>
              <a:t> </a:t>
            </a:r>
            <a:r>
              <a:rPr lang="en-US" kern="3000" spc="40" dirty="0" err="1"/>
              <a:t>leo</a:t>
            </a:r>
            <a:r>
              <a:rPr lang="en-US" kern="3000" spc="40" dirty="0"/>
              <a:t> </a:t>
            </a:r>
            <a:r>
              <a:rPr lang="en-US" kern="3000" spc="40" dirty="0" err="1"/>
              <a:t>ut</a:t>
            </a:r>
            <a:r>
              <a:rPr lang="en-US" kern="3000" spc="40" dirty="0"/>
              <a:t> </a:t>
            </a:r>
            <a:r>
              <a:rPr lang="en-US" kern="3000" spc="40" dirty="0" err="1"/>
              <a:t>felis</a:t>
            </a:r>
            <a:r>
              <a:rPr lang="en-US" kern="3000" spc="40" dirty="0"/>
              <a:t> </a:t>
            </a:r>
            <a:r>
              <a:rPr lang="en-US" kern="3000" spc="40" dirty="0" err="1"/>
              <a:t>euismod</a:t>
            </a:r>
            <a:r>
              <a:rPr lang="en-US" kern="3000" spc="40" dirty="0"/>
              <a:t>, sit </a:t>
            </a:r>
            <a:r>
              <a:rPr lang="en-US" kern="3000" spc="40" dirty="0" err="1"/>
              <a:t>amet</a:t>
            </a:r>
            <a:r>
              <a:rPr lang="en-US" kern="3000" spc="40" dirty="0"/>
              <a:t> </a:t>
            </a:r>
            <a:r>
              <a:rPr lang="en-US" kern="3000" spc="40" dirty="0" err="1"/>
              <a:t>vestibulm</a:t>
            </a:r>
            <a:r>
              <a:rPr lang="en-US" kern="3000" spc="40" dirty="0"/>
              <a:t> mi </a:t>
            </a:r>
            <a:r>
              <a:rPr lang="en-US" kern="3000" spc="40" dirty="0" err="1"/>
              <a:t>aliquet</a:t>
            </a:r>
            <a:r>
              <a:rPr lang="en-US" kern="3000" spc="40" dirty="0"/>
              <a:t>.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sz="1400" b="0" kern="1200" dirty="0">
                <a:solidFill>
                  <a:srgbClr val="000000"/>
                </a:solidFill>
                <a:latin typeface="Arial" panose="020B0604020202020204" pitchFamily="34" charset="0"/>
                <a:cs typeface="+mn-cs"/>
              </a:rPr>
              <a:t>—ATTRIBUTION GOES HERE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F33425-3B0F-15D6-EE61-E758FD6F21A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7AC26A6-3D90-93DA-3AE7-A9C19F37BD6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472C52-114A-1C9D-4A93-2D0E6E1FEF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A32BA8-B73F-393C-CA38-8FAC3A81130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069995-BFD1-E16C-3A72-4F5650AA686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F6CDAB-971B-2727-0E7A-B02947BBE1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6810DE7-1ACE-52CB-D75D-F180E682285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D8584D6-CE01-0243-8586-CA1A00A1865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9943" name="Content Placeholder 14">
            <a:extLst>
              <a:ext uri="{FF2B5EF4-FFF2-40B4-BE49-F238E27FC236}">
                <a16:creationId xmlns:a16="http://schemas.microsoft.com/office/drawing/2014/main" id="{C9F4D8CF-B4C3-A1BD-F6F2-1159E19A06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5862" y="3327095"/>
            <a:ext cx="2647950" cy="760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3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  <a:buFont typeface="Arial" panose="020B0604020202020204" pitchFamily="34" charset="0"/>
              <a:buNone/>
            </a:pPr>
            <a:r>
              <a:rPr lang="en-US" altLang="en-US" sz="6000" b="1" dirty="0" err="1"/>
              <a:t>1.4M</a:t>
            </a:r>
            <a:endParaRPr lang="en-US" altLang="en-US" sz="6000" b="1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5367CC2-0F85-4D5F-E81C-83E47042DF7A}"/>
              </a:ext>
            </a:extLst>
          </p:cNvPr>
          <p:cNvSpPr txBox="1">
            <a:spLocks/>
          </p:cNvSpPr>
          <p:nvPr/>
        </p:nvSpPr>
        <p:spPr>
          <a:xfrm>
            <a:off x="6344112" y="4191000"/>
            <a:ext cx="2646362" cy="238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i="0" kern="1200" spc="-50" baseline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3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sz="1400" spc="0" dirty="0">
                <a:solidFill>
                  <a:schemeClr val="tx1"/>
                </a:solidFill>
              </a:rPr>
              <a:t>IMPRESSIONS</a:t>
            </a:r>
          </a:p>
        </p:txBody>
      </p:sp>
      <p:sp>
        <p:nvSpPr>
          <p:cNvPr id="39945" name="Text Placeholder 2">
            <a:extLst>
              <a:ext uri="{FF2B5EF4-FFF2-40B4-BE49-F238E27FC236}">
                <a16:creationId xmlns:a16="http://schemas.microsoft.com/office/drawing/2014/main" id="{90B9FC0A-D8EE-7476-B342-7E91E580E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4112" y="4732662"/>
            <a:ext cx="2646362" cy="656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3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4000"/>
              </a:lnSpc>
              <a:buFont typeface="Arial" panose="020B0604020202020204" pitchFamily="34" charset="0"/>
              <a:buNone/>
            </a:pPr>
            <a:r>
              <a:rPr lang="en-US" altLang="en-US" sz="1600" dirty="0"/>
              <a:t>Sister Jean’s new book </a:t>
            </a:r>
            <a:br>
              <a:rPr lang="en-US" altLang="en-US" sz="1600" dirty="0"/>
            </a:br>
            <a:r>
              <a:rPr lang="en-US" altLang="en-US" sz="1600" dirty="0"/>
              <a:t>breaks the internet—again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43706AA8-14C3-45F8-5859-4B95D4C0CD26}"/>
              </a:ext>
            </a:extLst>
          </p:cNvPr>
          <p:cNvSpPr txBox="1">
            <a:spLocks/>
          </p:cNvSpPr>
          <p:nvPr/>
        </p:nvSpPr>
        <p:spPr bwMode="auto">
          <a:xfrm>
            <a:off x="6331026" y="2870376"/>
            <a:ext cx="2625687" cy="269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en-US" sz="1600" b="1" i="0" kern="1200" cap="all" spc="40" baseline="0" dirty="0">
                <a:solidFill>
                  <a:schemeClr val="accent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b="0" i="0" kern="100">
                <a:solidFill>
                  <a:schemeClr val="tx1"/>
                </a:solidFill>
                <a:latin typeface="AntennaCond Light" pitchFamily="2" charset="77"/>
                <a:ea typeface="+mn-ea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lnSpc>
                <a:spcPct val="103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b="0" i="0" kern="100">
                <a:solidFill>
                  <a:schemeClr val="tx1"/>
                </a:solidFill>
                <a:latin typeface="AntennaCond Light" pitchFamily="2" charset="77"/>
                <a:ea typeface="+mn-ea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b="0" i="0" kern="100">
                <a:solidFill>
                  <a:schemeClr val="tx1"/>
                </a:solidFill>
                <a:latin typeface="AntennaCond Light" pitchFamily="2" charset="77"/>
                <a:ea typeface="+mn-ea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b="0" i="0" kern="100">
                <a:solidFill>
                  <a:schemeClr val="tx1"/>
                </a:solidFill>
                <a:latin typeface="AntennaCond Light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pc="0" dirty="0">
                <a:latin typeface="Arial" panose="020B0604020202020204" pitchFamily="34" charset="0"/>
              </a:rPr>
              <a:t>Social</a:t>
            </a:r>
            <a:r>
              <a:rPr lang="en-US" dirty="0">
                <a:latin typeface="Arial" panose="020B0604020202020204" pitchFamily="34" charset="0"/>
              </a:rPr>
              <a:t> media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B272EC03-FF83-7A8E-4E11-69D640A699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dirty="0"/>
              <a:t>This is a layout for emphasis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EDDDD3-3B3E-7C53-38BE-223A8333C25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805327-5011-FD30-4403-BB012ABF5DE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8B7FBB7-E41F-EE3A-DED0-3A8B2EC1ED9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28C965B-3816-F5BC-1A5E-F47787D13C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dirty="0"/>
              <a:t>This is a layout for emphasis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4BDCF3-6A91-DE95-FB5D-31182810B12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86C5B2-636D-1752-C210-0ED0504446F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0AC16E-0D35-CD59-A7ED-669D6065A4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ADD217-7A0D-796F-00E9-B9B32C6E54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rtlCol="0"/>
          <a:lstStyle/>
          <a:p>
            <a:pPr fontAlgn="auto">
              <a:spcAft>
                <a:spcPts val="0"/>
              </a:spcAft>
              <a:defRPr/>
            </a:pPr>
            <a:r>
              <a:rPr sz="2400" dirty="0"/>
              <a:t>Endnote or URL goes here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66DB282-64B1-7C05-3689-73769A018AC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rtlCol="0"/>
          <a:lstStyle/>
          <a:p>
            <a:pPr fontAlgn="auto">
              <a:spcAft>
                <a:spcPts val="0"/>
              </a:spcAft>
              <a:defRPr/>
            </a:pPr>
            <a:r>
              <a:rPr dirty="0"/>
              <a:t>Thank you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2A6CED2-BFE4-0C9D-6E9B-8E88AC0CB0C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7007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2318478"/>
      </p:ext>
    </p:extLst>
  </p:cSld>
  <p:clrMapOvr>
    <a:masterClrMapping/>
  </p:clrMapOvr>
</p:sld>
</file>

<file path=ppt/theme/theme1.xml><?xml version="1.0" encoding="utf-8"?>
<a:theme xmlns:a="http://schemas.openxmlformats.org/drawingml/2006/main" name="loyola-theme">
  <a:themeElements>
    <a:clrScheme name="loyola brand-2024-mac">
      <a:dk1>
        <a:srgbClr val="000000"/>
      </a:dk1>
      <a:lt1>
        <a:srgbClr val="FFFFFF"/>
      </a:lt1>
      <a:dk2>
        <a:srgbClr val="545454"/>
      </a:dk2>
      <a:lt2>
        <a:srgbClr val="DEDBD0"/>
      </a:lt2>
      <a:accent1>
        <a:srgbClr val="5A0621"/>
      </a:accent1>
      <a:accent2>
        <a:srgbClr val="EAAA00"/>
      </a:accent2>
      <a:accent3>
        <a:srgbClr val="DEDBD0"/>
      </a:accent3>
      <a:accent4>
        <a:srgbClr val="545454"/>
      </a:accent4>
      <a:accent5>
        <a:srgbClr val="878787"/>
      </a:accent5>
      <a:accent6>
        <a:srgbClr val="DEDBD0"/>
      </a:accent6>
      <a:hlink>
        <a:srgbClr val="5A0621"/>
      </a:hlink>
      <a:folHlink>
        <a:srgbClr val="8D003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8" id="{AC2CB350-B5DA-7649-8A93-9B9FA7C56D47}" vid="{6BA048FC-F4DD-3B42-AC04-527992BEF7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C4FE1DD57D1A4A91554BDAC326B21C" ma:contentTypeVersion="26" ma:contentTypeDescription="Create a new document." ma:contentTypeScope="" ma:versionID="e2aa9aa067825afe1b0b3f8e60e05e8a">
  <xsd:schema xmlns:xsd="http://www.w3.org/2001/XMLSchema" xmlns:xs="http://www.w3.org/2001/XMLSchema" xmlns:p="http://schemas.microsoft.com/office/2006/metadata/properties" xmlns:ns1="http://schemas.microsoft.com/sharepoint/v3" xmlns:ns2="ddfa6881-472b-4376-9060-4a0fa036b60d" xmlns:ns3="410b0493-6099-405b-af7c-4c4f4d34ca6f" targetNamespace="http://schemas.microsoft.com/office/2006/metadata/properties" ma:root="true" ma:fieldsID="aae8aafaf9884206bc79cf40ad899145" ns1:_="" ns2:_="" ns3:_="">
    <xsd:import namespace="http://schemas.microsoft.com/sharepoint/v3"/>
    <xsd:import namespace="ddfa6881-472b-4376-9060-4a0fa036b60d"/>
    <xsd:import namespace="410b0493-6099-405b-af7c-4c4f4d34ca6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_Flow_SignoffStatus" minOccurs="0"/>
                <xsd:element ref="ns1:_ip_UnifiedCompliancePolicyProperties" minOccurs="0"/>
                <xsd:element ref="ns1:_ip_UnifiedCompliancePolicyUIAction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Not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fa6881-472b-4376-9060-4a0fa036b6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20" nillable="true" ma:displayName="Sign-off status" ma:internalName="Sign_x002d_off_x0020_status">
      <xsd:simpleType>
        <xsd:restriction base="dms:Text"/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4ea81705-40ef-4f82-8f09-2686234d89a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s" ma:index="29" nillable="true" ma:displayName="Notes" ma:format="Dropdown" ma:internalName="Note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0b0493-6099-405b-af7c-4c4f4d34ca6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799853ba-3a19-4a3b-b546-b69e92f03ba6}" ma:internalName="TaxCatchAll" ma:showField="CatchAllData" ma:web="410b0493-6099-405b-af7c-4c4f4d34ca6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ddfa6881-472b-4376-9060-4a0fa036b60d" xsi:nil="true"/>
    <_ip_UnifiedCompliancePolicyUIAction xmlns="http://schemas.microsoft.com/sharepoint/v3" xsi:nil="true"/>
    <TaxCatchAll xmlns="410b0493-6099-405b-af7c-4c4f4d34ca6f" xsi:nil="true"/>
    <_ip_UnifiedCompliancePolicyProperties xmlns="http://schemas.microsoft.com/sharepoint/v3" xsi:nil="true"/>
    <lcf76f155ced4ddcb4097134ff3c332f xmlns="ddfa6881-472b-4376-9060-4a0fa036b60d">
      <Terms xmlns="http://schemas.microsoft.com/office/infopath/2007/PartnerControls"/>
    </lcf76f155ced4ddcb4097134ff3c332f>
    <Notes xmlns="ddfa6881-472b-4376-9060-4a0fa036b60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BF1D89D-89AC-4931-8468-3853CF4265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dfa6881-472b-4376-9060-4a0fa036b60d"/>
    <ds:schemaRef ds:uri="410b0493-6099-405b-af7c-4c4f4d34ca6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55FA7AE-6CDB-4486-AA56-76A6D2038F77}">
  <ds:schemaRefs>
    <ds:schemaRef ds:uri="http://schemas.microsoft.com/office/2006/metadata/properties"/>
    <ds:schemaRef ds:uri="http://schemas.microsoft.com/office/infopath/2007/PartnerControls"/>
    <ds:schemaRef ds:uri="ddfa6881-472b-4376-9060-4a0fa036b60d"/>
    <ds:schemaRef ds:uri="http://schemas.microsoft.com/sharepoint/v3"/>
    <ds:schemaRef ds:uri="410b0493-6099-405b-af7c-4c4f4d34ca6f"/>
  </ds:schemaRefs>
</ds:datastoreItem>
</file>

<file path=customXml/itemProps3.xml><?xml version="1.0" encoding="utf-8"?>
<ds:datastoreItem xmlns:ds="http://schemas.openxmlformats.org/officeDocument/2006/customXml" ds:itemID="{9DC69A40-ACB8-46DC-A3E2-239C77D957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</TotalTime>
  <Words>134</Words>
  <Application>Microsoft Macintosh PowerPoint</Application>
  <PresentationFormat>Widescreen</PresentationFormat>
  <Paragraphs>26</Paragraphs>
  <Slides>20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AntennaCond Light</vt:lpstr>
      <vt:lpstr>Arial</vt:lpstr>
      <vt:lpstr>Georgia</vt:lpstr>
      <vt:lpstr>loyola-theme</vt:lpstr>
      <vt:lpstr>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Yee, Ted</dc:creator>
  <cp:lastModifiedBy>Yee, Ted</cp:lastModifiedBy>
  <cp:revision>16</cp:revision>
  <cp:lastPrinted>2023-08-15T16:34:03Z</cp:lastPrinted>
  <dcterms:created xsi:type="dcterms:W3CDTF">2024-06-21T17:36:16Z</dcterms:created>
  <dcterms:modified xsi:type="dcterms:W3CDTF">2024-08-29T19:07:19Z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0x010100EDC4FE1DD57D1A4A91554BDAC326B21C</vt:lpwstr>
  </property>
  <property fmtid="{D5CDD505-2E9C-101B-9397-08002B2CF9AE}" pid="3" name="MediaServiceImageTags">
    <vt:lpwstr/>
  </property>
</Properties>
</file>