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11" autoAdjust="0"/>
    <p:restoredTop sz="96405" autoAdjust="0"/>
  </p:normalViewPr>
  <p:slideViewPr>
    <p:cSldViewPr snapToGrid="0">
      <p:cViewPr varScale="1">
        <p:scale>
          <a:sx n="139" d="100"/>
          <a:sy n="139" d="100"/>
        </p:scale>
        <p:origin x="184" y="1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DF2DE46-3A07-D2AD-37DA-FAA08AFCBC3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B89C84-5BB0-6385-9B4B-7603B85230E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542C6D21-931B-9744-860E-9BA3D9C4AC38}" type="datetimeFigureOut">
              <a:rPr lang="en-US">
                <a:latin typeface="Arial" panose="020B0604020202020204" pitchFamily="34" charset="0"/>
              </a:rPr>
              <a:pPr>
                <a:defRPr/>
              </a:pPr>
              <a:t>8/29/24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69EA9-FF37-ACA1-4150-97AD4791CED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E0D455-901F-1381-66BF-B07FC711D2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AD91E981-3A1F-7D4B-A4BE-0A4284CE6FA5}" type="slidenum">
              <a:rPr lang="en-US">
                <a:latin typeface="Arial" panose="020B0604020202020204" pitchFamily="34" charset="0"/>
              </a:rPr>
              <a:pPr>
                <a:defRPr/>
              </a:p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993383C-A683-C919-3135-C447889E98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814F24-4132-1A75-D2A4-BD9D3BC1F13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 smtClean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BDC235E1-6E59-8947-BA8F-3DA54233A74F}" type="datetimeFigureOut">
              <a:rPr lang="en-US" smtClean="0"/>
              <a:pPr>
                <a:defRPr/>
              </a:pPr>
              <a:t>8/29/24</a:t>
            </a:fld>
            <a:endParaRPr lang="en-US" dirty="0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5924D5AC-D38E-14BC-7574-CF774CDE4E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853B1FF8-D042-E588-83AE-BCCA1A91EE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AF5681-00E4-C10A-7A29-AD09AA89E9D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D9A684-1CA1-BA29-BD40-9D2F79E317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 smtClean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D41EC1E3-F35F-334F-B16D-E9127AADAD9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a_title-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B58DB7-87FA-5B4F-1FE5-4A2E2A2BFF02}"/>
              </a:ext>
            </a:extLst>
          </p:cNvPr>
          <p:cNvSpPr/>
          <p:nvPr userDrawn="1"/>
        </p:nvSpPr>
        <p:spPr>
          <a:xfrm>
            <a:off x="184639" y="164122"/>
            <a:ext cx="11822722" cy="65092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51E42CB-9C8B-D2D7-6297-755D9A85782F}"/>
              </a:ext>
            </a:extLst>
          </p:cNvPr>
          <p:cNvSpPr/>
          <p:nvPr userDrawn="1"/>
        </p:nvSpPr>
        <p:spPr>
          <a:xfrm>
            <a:off x="9091098" y="164122"/>
            <a:ext cx="2916263" cy="1641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CD745230-BBB5-2342-512A-04FF6B89A9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2672142"/>
            <a:ext cx="10287000" cy="747897"/>
          </a:xfrm>
        </p:spPr>
        <p:txBody>
          <a:bodyPr wrap="square" lIns="0" tIns="0" rIns="0" bIns="0">
            <a:noAutofit/>
          </a:bodyPr>
          <a:lstStyle>
            <a:lvl1pPr marL="0" indent="0">
              <a:buFontTx/>
              <a:buNone/>
              <a:defRPr lang="en-US" sz="5400" b="1" i="0" kern="3000" spc="0" baseline="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D45EA388-638E-C444-7AA2-61960A63393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400" y="3708771"/>
            <a:ext cx="10287000" cy="276999"/>
          </a:xfrm>
        </p:spPr>
        <p:txBody>
          <a:bodyPr wrap="square" lIns="0" tIns="0" rIns="0" bIns="0">
            <a:noAutofit/>
          </a:bodyPr>
          <a:lstStyle>
            <a:lvl1pPr marL="0" indent="0">
              <a:buFontTx/>
              <a:buNone/>
              <a:defRPr lang="en-US" sz="2000" b="0" i="0" kern="1200" cap="none" spc="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explanatory text</a:t>
            </a: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311915F7-957F-C11D-B327-1AEC4E0651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465820" y="5769094"/>
            <a:ext cx="3223260" cy="671512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9BF32650-26F4-CAD2-9616-B59718564C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6244784"/>
            <a:ext cx="5716077" cy="166199"/>
          </a:xfrm>
        </p:spPr>
        <p:txBody>
          <a:bodyPr lIns="0" tIns="0" rIns="0" bIns="0" anchor="b">
            <a:spAutoFit/>
          </a:bodyPr>
          <a:lstStyle>
            <a:lvl1pPr marL="0" indent="0">
              <a:buFontTx/>
              <a:buNone/>
              <a:defRPr lang="en-US" sz="1200" b="0" i="0" kern="1200" cap="all" spc="5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details: Date  •  Presenters  •  etc.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05BB11A5-AF5C-351F-6CAB-0560A2053A7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8100" y="2094272"/>
            <a:ext cx="10302528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1600" b="1" i="0" kern="1200" cap="all" spc="0" baseline="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label</a:t>
            </a:r>
          </a:p>
        </p:txBody>
      </p:sp>
    </p:spTree>
    <p:extLst>
      <p:ext uri="{BB962C8B-B14F-4D97-AF65-F5344CB8AC3E}">
        <p14:creationId xmlns:p14="http://schemas.microsoft.com/office/powerpoint/2010/main" val="199664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b_title-image-maro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E21E3E-9875-83EF-850D-12FD897E4252}"/>
              </a:ext>
            </a:extLst>
          </p:cNvPr>
          <p:cNvSpPr/>
          <p:nvPr/>
        </p:nvSpPr>
        <p:spPr>
          <a:xfrm>
            <a:off x="0" y="5619750"/>
            <a:ext cx="12192000" cy="1238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6" name="Picture Placeholder 5"/>
          <p:cNvSpPr>
            <a:spLocks noGrp="1" noRot="1" noMove="1" noResize="1" noEditPoints="1" noAdjustHandles="1" noChangeArrowheads="1" noChangeShapeType="1"/>
          </p:cNvSpPr>
          <p:nvPr>
            <p:ph type="pic" sz="quarter" idx="10"/>
          </p:nvPr>
        </p:nvSpPr>
        <p:spPr>
          <a:xfrm>
            <a:off x="0" y="0"/>
            <a:ext cx="12192000" cy="5619750"/>
          </a:xfrm>
          <a:noFill/>
        </p:spPr>
        <p:txBody>
          <a:bodyPr lIns="6858000" rtlCol="0" anchor="ctr">
            <a:normAutofit/>
          </a:bodyPr>
          <a:lstStyle>
            <a:lvl1pPr marL="0" indent="0" algn="l">
              <a:buNone/>
              <a:defRPr sz="2000" b="0" i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781367" y="6372970"/>
            <a:ext cx="5716077" cy="166199"/>
          </a:xfrm>
        </p:spPr>
        <p:txBody>
          <a:bodyPr lIns="0" tIns="0" rIns="0" bIns="0" anchor="b">
            <a:spAutoFit/>
          </a:bodyPr>
          <a:lstStyle>
            <a:lvl1pPr marL="0" indent="0">
              <a:buFontTx/>
              <a:buNone/>
              <a:defRPr lang="en-US" sz="1200" b="0" i="0" kern="1200" cap="all" spc="5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details: Date  •  Presenters  •  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BF1950-B601-4664-A569-B01D38A896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465820" y="5903119"/>
            <a:ext cx="3223260" cy="671512"/>
          </a:xfrm>
          <a:prstGeom prst="rect">
            <a:avLst/>
          </a:prstGeom>
        </p:spPr>
      </p:pic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F2B8105-D47B-FF3D-5A67-30E5B7095DD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368" y="2404542"/>
            <a:ext cx="5359550" cy="1218795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4400" b="1" i="0" kern="3000" cap="none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headline on image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7E1BAEAF-DCEB-1C35-8B74-5194D4A86BF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367" y="1829351"/>
            <a:ext cx="5369176" cy="221599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1600" b="1" i="0" kern="1200" cap="all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label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D4350CD-33FC-41B9-428F-36D65F0269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81369" y="3871435"/>
            <a:ext cx="5378800" cy="249299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1800" b="0" i="0" kern="100" cap="none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explanatory text</a:t>
            </a:r>
          </a:p>
        </p:txBody>
      </p:sp>
    </p:spTree>
    <p:extLst>
      <p:ext uri="{BB962C8B-B14F-4D97-AF65-F5344CB8AC3E}">
        <p14:creationId xmlns:p14="http://schemas.microsoft.com/office/powerpoint/2010/main" val="3075735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c_title-image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 noRot="1" noMove="1" noResize="1" noEditPoints="1" noAdjustHandles="1" noChangeArrowheads="1" noChangeShapeType="1"/>
          </p:cNvSpPr>
          <p:nvPr>
            <p:ph type="pic" sz="quarter" idx="10"/>
          </p:nvPr>
        </p:nvSpPr>
        <p:spPr>
          <a:xfrm>
            <a:off x="0" y="0"/>
            <a:ext cx="12192000" cy="5619750"/>
          </a:xfrm>
          <a:noFill/>
        </p:spPr>
        <p:txBody>
          <a:bodyPr lIns="6858000" rtlCol="0" anchor="ctr">
            <a:normAutofit/>
          </a:bodyPr>
          <a:lstStyle>
            <a:lvl1pPr marL="0" indent="0" algn="l">
              <a:buNone/>
              <a:defRPr sz="2000" b="0" i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781367" y="6372970"/>
            <a:ext cx="5716077" cy="166199"/>
          </a:xfrm>
        </p:spPr>
        <p:txBody>
          <a:bodyPr lIns="0" tIns="0" rIns="0" bIns="0" anchor="b">
            <a:spAutoFit/>
          </a:bodyPr>
          <a:lstStyle>
            <a:lvl1pPr marL="0" indent="0">
              <a:buFontTx/>
              <a:buNone/>
              <a:defRPr lang="en-US" sz="1200" b="0" i="0" kern="1200" cap="all" spc="50" baseline="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details: Date  •  Presenters  •  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BF1950-B601-4664-A569-B01D38A896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465821" y="5903119"/>
            <a:ext cx="3223257" cy="671512"/>
          </a:xfrm>
          <a:prstGeom prst="rect">
            <a:avLst/>
          </a:prstGeom>
        </p:spPr>
      </p:pic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5B316826-AA89-6A97-C1E7-1066C75C0C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368" y="2404542"/>
            <a:ext cx="5359550" cy="1218795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4400" b="1" i="0" kern="3000" cap="none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headline on image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CA72B546-5D7B-AB98-B805-06ACF436FF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367" y="1829351"/>
            <a:ext cx="5369176" cy="221599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1600" b="1" i="0" kern="1200" cap="all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label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05606177-7C71-8CAD-993C-CCDEE15BE64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81369" y="3871435"/>
            <a:ext cx="5378800" cy="249299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1800" b="0" i="0" kern="100" cap="none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explanatory text</a:t>
            </a:r>
          </a:p>
        </p:txBody>
      </p:sp>
    </p:spTree>
    <p:extLst>
      <p:ext uri="{BB962C8B-B14F-4D97-AF65-F5344CB8AC3E}">
        <p14:creationId xmlns:p14="http://schemas.microsoft.com/office/powerpoint/2010/main" val="61819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elcome-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539D35-ECD0-38E2-37B4-7CDD947BAA4E}"/>
              </a:ext>
            </a:extLst>
          </p:cNvPr>
          <p:cNvSpPr/>
          <p:nvPr/>
        </p:nvSpPr>
        <p:spPr>
          <a:xfrm rot="5400000">
            <a:off x="-1400175" y="1987550"/>
            <a:ext cx="6858000" cy="288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304014-9B8B-36BB-8856-23B5190C937D}"/>
              </a:ext>
            </a:extLst>
          </p:cNvPr>
          <p:cNvSpPr/>
          <p:nvPr/>
        </p:nvSpPr>
        <p:spPr>
          <a:xfrm rot="5400000">
            <a:off x="-1399381" y="2120106"/>
            <a:ext cx="6858000" cy="261778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6" name="Picture 1">
            <a:extLst>
              <a:ext uri="{FF2B5EF4-FFF2-40B4-BE49-F238E27FC236}">
                <a16:creationId xmlns:a16="http://schemas.microsoft.com/office/drawing/2014/main" id="{1D56E4E7-C040-D738-0AAC-D87638A714F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22179" t="-6885" r="-22265" b="-6416"/>
          <a:stretch/>
        </p:blipFill>
        <p:spPr>
          <a:xfrm>
            <a:off x="720725" y="1128713"/>
            <a:ext cx="2617788" cy="2640012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862035" y="1344552"/>
            <a:ext cx="7649779" cy="553998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lang="en-US" sz="4000" b="1" i="0" kern="3000" spc="0" baseline="0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greeting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3859524" y="2264044"/>
            <a:ext cx="7543886" cy="3810962"/>
          </a:xfrm>
        </p:spPr>
        <p:txBody>
          <a:bodyPr lIns="0" tIns="0" rIns="0" bIns="0">
            <a:noAutofit/>
          </a:bodyPr>
          <a:lstStyle>
            <a:lvl1pPr>
              <a:spcAft>
                <a:spcPts val="200"/>
              </a:spcAft>
              <a:defRPr b="0" i="0" baseline="0"/>
            </a:lvl1pPr>
            <a:lvl2pPr>
              <a:defRPr b="0" i="0" baseline="0"/>
            </a:lvl2pPr>
            <a:lvl3pPr>
              <a:defRPr b="0" i="0" baseline="0"/>
            </a:lvl3pPr>
            <a:lvl4pPr>
              <a:defRPr b="0" i="0" baseline="0"/>
            </a:lvl4pPr>
            <a:lvl5pPr>
              <a:defRPr b="0" i="0" baseline="0"/>
            </a:lvl5pPr>
          </a:lstStyle>
          <a:p>
            <a:pPr lvl="0"/>
            <a:r>
              <a:rPr lang="en-US" dirty="0"/>
              <a:t>Click to add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23"/>
          <p:cNvSpPr>
            <a:spLocks noGrp="1"/>
          </p:cNvSpPr>
          <p:nvPr>
            <p:ph type="body" sz="quarter" idx="17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algn="r"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</p:spTree>
    <p:extLst>
      <p:ext uri="{BB962C8B-B14F-4D97-AF65-F5344CB8AC3E}">
        <p14:creationId xmlns:p14="http://schemas.microsoft.com/office/powerpoint/2010/main" val="1149483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a_section-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1D7B91-BBF5-DDE1-8D49-CD4BAD25F23F}"/>
              </a:ext>
            </a:extLst>
          </p:cNvPr>
          <p:cNvSpPr/>
          <p:nvPr/>
        </p:nvSpPr>
        <p:spPr>
          <a:xfrm>
            <a:off x="184150" y="163513"/>
            <a:ext cx="11823700" cy="65103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75C6D0-BD29-10E8-CDB5-786F5AAB6042}"/>
              </a:ext>
            </a:extLst>
          </p:cNvPr>
          <p:cNvSpPr/>
          <p:nvPr/>
        </p:nvSpPr>
        <p:spPr>
          <a:xfrm>
            <a:off x="9091613" y="163513"/>
            <a:ext cx="2916237" cy="165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E138E7-82BB-148B-F91E-EA78EA01B51F}"/>
              </a:ext>
            </a:extLst>
          </p:cNvPr>
          <p:cNvSpPr txBox="1">
            <a:spLocks/>
          </p:cNvSpPr>
          <p:nvPr/>
        </p:nvSpPr>
        <p:spPr>
          <a:xfrm>
            <a:off x="838200" y="6329363"/>
            <a:ext cx="2426946" cy="1384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781367" y="2870845"/>
            <a:ext cx="10622065" cy="655564"/>
          </a:xfrm>
        </p:spPr>
        <p:txBody>
          <a:bodyPr lIns="0" tIns="0" r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b="1" i="0" kern="3000" cap="all" spc="-100" baseline="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section opener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7" hasCustomPrompt="1"/>
          </p:nvPr>
        </p:nvSpPr>
        <p:spPr>
          <a:xfrm>
            <a:off x="781367" y="3771127"/>
            <a:ext cx="10622065" cy="249299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1800" b="0" i="0" kern="100" spc="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explanatory text</a:t>
            </a:r>
          </a:p>
        </p:txBody>
      </p:sp>
      <p:sp>
        <p:nvSpPr>
          <p:cNvPr id="11" name="Text Placeholder 23"/>
          <p:cNvSpPr>
            <a:spLocks noGrp="1"/>
          </p:cNvSpPr>
          <p:nvPr>
            <p:ph type="body" sz="quarter" idx="18" hasCustomPrompt="1"/>
          </p:nvPr>
        </p:nvSpPr>
        <p:spPr>
          <a:xfrm>
            <a:off x="6535647" y="6329518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2082DD6-E3C4-38F0-4F44-562BC7AD0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367" y="2325470"/>
            <a:ext cx="10627269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1600" b="1" i="0" kern="1200" cap="all" spc="0" baseline="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label</a:t>
            </a:r>
          </a:p>
        </p:txBody>
      </p:sp>
    </p:spTree>
    <p:extLst>
      <p:ext uri="{BB962C8B-B14F-4D97-AF65-F5344CB8AC3E}">
        <p14:creationId xmlns:p14="http://schemas.microsoft.com/office/powerpoint/2010/main" val="4231283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b_section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33DE06-D71F-7319-D4FA-A5C84780FB75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7"/>
          </p:nvPr>
        </p:nvSpPr>
        <p:spPr>
          <a:xfrm>
            <a:off x="184639" y="164121"/>
            <a:ext cx="11822722" cy="6509239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2000" b="0" i="0">
                <a:solidFill>
                  <a:srgbClr val="FEBC1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7" name="Text Placeholder 23"/>
          <p:cNvSpPr>
            <a:spLocks noGrp="1"/>
          </p:cNvSpPr>
          <p:nvPr>
            <p:ph type="body" sz="quarter" idx="16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781366" y="2325470"/>
            <a:ext cx="5629265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1600" b="1" i="0" kern="1200" cap="all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label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8" hasCustomPrompt="1"/>
          </p:nvPr>
        </p:nvSpPr>
        <p:spPr>
          <a:xfrm>
            <a:off x="781366" y="2870844"/>
            <a:ext cx="5629265" cy="1154162"/>
          </a:xfrm>
        </p:spPr>
        <p:txBody>
          <a:bodyPr wrap="square" lIns="0" tIns="0" r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3000" cap="all" spc="0" baseline="0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section opener</a:t>
            </a:r>
          </a:p>
        </p:txBody>
      </p:sp>
    </p:spTree>
    <p:extLst>
      <p:ext uri="{BB962C8B-B14F-4D97-AF65-F5344CB8AC3E}">
        <p14:creationId xmlns:p14="http://schemas.microsoft.com/office/powerpoint/2010/main" val="2305496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a_chapter-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C7D108-30FE-4608-917C-A2189E98775C}"/>
              </a:ext>
            </a:extLst>
          </p:cNvPr>
          <p:cNvSpPr/>
          <p:nvPr/>
        </p:nvSpPr>
        <p:spPr>
          <a:xfrm>
            <a:off x="0" y="309563"/>
            <a:ext cx="12192000" cy="1631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2F831F-307F-C202-FFCD-5C30E915E271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A86B1-AFEB-8D63-1534-0E8C40F4FDD0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3CF328-491A-4194-7CB1-7300875E6583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21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666999"/>
            <a:ext cx="10565232" cy="3441569"/>
          </a:xfrm>
        </p:spPr>
        <p:txBody>
          <a:bodyPr lIns="0" tIns="0" rIns="0" bIns="0"/>
          <a:lstStyle>
            <a:lvl1pPr>
              <a:spcAft>
                <a:spcPts val="200"/>
              </a:spcAft>
              <a:defRPr b="0" i="0" baseline="0"/>
            </a:lvl1pPr>
            <a:lvl2pPr>
              <a:defRPr b="0" i="0" baseline="0"/>
            </a:lvl2pPr>
            <a:lvl3pPr>
              <a:defRPr b="0" i="0" baseline="0"/>
            </a:lvl3pPr>
            <a:lvl4pPr>
              <a:defRPr b="0" i="0" baseline="0"/>
            </a:lvl4pPr>
            <a:lvl5pPr>
              <a:defRPr b="0" i="0" baseline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8"/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74651"/>
            <a:ext cx="10565232" cy="1316038"/>
          </a:xfr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cap="all" spc="0" baseline="0" dirty="0" smtClean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Chapter Opener</a:t>
            </a:r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52F19C0E-C793-77A7-A4BA-DB10ACF9F2E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</p:spTree>
    <p:extLst>
      <p:ext uri="{BB962C8B-B14F-4D97-AF65-F5344CB8AC3E}">
        <p14:creationId xmlns:p14="http://schemas.microsoft.com/office/powerpoint/2010/main" val="4275107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b_chapter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7234D0-B4FC-6892-1E28-3902C762CE07}"/>
              </a:ext>
            </a:extLst>
          </p:cNvPr>
          <p:cNvSpPr/>
          <p:nvPr/>
        </p:nvSpPr>
        <p:spPr>
          <a:xfrm>
            <a:off x="6096000" y="0"/>
            <a:ext cx="6096000" cy="37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93E3A5-CEDF-34BD-FB66-52F07987C896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F2715A-6B63-0459-AAD4-5B3DA946A79A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17" name="Picture Placeholder 2"/>
          <p:cNvSpPr>
            <a:spLocks noGrp="1" noRot="1" noMove="1" noResize="1" noEditPoints="1" noAdjustHandles="1" noChangeArrowheads="1" noChangeShapeType="1"/>
          </p:cNvSpPr>
          <p:nvPr>
            <p:ph type="pic" sz="quarter" idx="10"/>
          </p:nvPr>
        </p:nvSpPr>
        <p:spPr>
          <a:xfrm>
            <a:off x="0" y="-1"/>
            <a:ext cx="6096000" cy="6857999"/>
          </a:xfrm>
        </p:spPr>
        <p:txBody>
          <a:bodyPr lIns="457200" tIns="457200" rIns="457200" rtlCol="0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6543860" y="2325470"/>
            <a:ext cx="4871392" cy="221599"/>
          </a:xfrm>
        </p:spPr>
        <p:txBody>
          <a:bodyPr wrap="square" lIns="0" tIns="0" rIns="0" bIns="0">
            <a:noAutofit/>
          </a:bodyPr>
          <a:lstStyle>
            <a:lvl1pPr marL="0" indent="0">
              <a:buFontTx/>
              <a:buNone/>
              <a:defRPr sz="1600" b="1" i="0" cap="all" spc="0" baseline="0">
                <a:solidFill>
                  <a:schemeClr val="accent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label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6543859" y="2857712"/>
            <a:ext cx="4881226" cy="997196"/>
          </a:xfrm>
        </p:spPr>
        <p:txBody>
          <a:bodyPr wrap="square" lIns="0" tIns="0" rIns="0" bIns="0">
            <a:noAutofit/>
          </a:bodyPr>
          <a:lstStyle>
            <a:lvl1pPr marL="0" indent="0">
              <a:buFontTx/>
              <a:buNone/>
              <a:defRPr lang="en-US" sz="3600" b="1" i="0" kern="3000" cap="all" spc="0" baseline="0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section opener 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6543860" y="4186922"/>
            <a:ext cx="4900888" cy="249299"/>
          </a:xfrm>
        </p:spPr>
        <p:txBody>
          <a:bodyPr wrap="square" lIns="0" tIns="0" rIns="0" bIns="0">
            <a:noAutofit/>
          </a:bodyPr>
          <a:lstStyle>
            <a:lvl1pPr marL="0" indent="0">
              <a:buFontTx/>
              <a:buNone/>
              <a:defRPr lang="en-US" sz="1800" b="0" i="0" kern="100" cap="none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explanatory text</a:t>
            </a:r>
          </a:p>
        </p:txBody>
      </p:sp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42183A66-2B14-1B0C-F6D5-C028CDC5E1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Font typeface="Arial" panose="020B0604020202020204" pitchFamily="34" charset="0"/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</p:spTree>
    <p:extLst>
      <p:ext uri="{BB962C8B-B14F-4D97-AF65-F5344CB8AC3E}">
        <p14:creationId xmlns:p14="http://schemas.microsoft.com/office/powerpoint/2010/main" val="685145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a_text-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34E1900-707A-ECF7-6B5E-1FFE61D590CF}"/>
              </a:ext>
            </a:extLst>
          </p:cNvPr>
          <p:cNvSpPr/>
          <p:nvPr/>
        </p:nvSpPr>
        <p:spPr>
          <a:xfrm>
            <a:off x="0" y="7951"/>
            <a:ext cx="12192000" cy="37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9F2791-535C-12E7-AE4C-A6C78E39BCD1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D0B3FA-DA98-9FA0-7229-EF907F4E36C7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21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667000"/>
            <a:ext cx="10565232" cy="3407522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200"/>
              </a:spcAft>
              <a:buNone/>
              <a:defRPr b="0" i="0" baseline="0"/>
            </a:lvl1pPr>
            <a:lvl2pPr>
              <a:defRPr b="0" i="0" baseline="0"/>
            </a:lvl2pPr>
            <a:lvl3pPr>
              <a:defRPr b="0" i="0" baseline="0"/>
            </a:lvl3pPr>
            <a:lvl4pPr>
              <a:defRPr b="0" i="0" baseline="0"/>
            </a:lvl4pPr>
            <a:lvl5pPr>
              <a:defRPr b="0" i="0" baseline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2" hasCustomPrompt="1"/>
          </p:nvPr>
        </p:nvSpPr>
        <p:spPr>
          <a:xfrm>
            <a:off x="832104" y="1819656"/>
            <a:ext cx="10565232" cy="221599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6" name="Text Placeholder 8"/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76015"/>
            <a:ext cx="10565232" cy="1314674"/>
          </a:xfrm>
        </p:spPr>
        <p:txBody>
          <a:bodyPr lIns="0" tIns="0" rIns="0" bIns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spc="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  <p:sp>
        <p:nvSpPr>
          <p:cNvPr id="4" name="Text Placeholder 23"/>
          <p:cNvSpPr>
            <a:spLocks noGrp="1"/>
          </p:cNvSpPr>
          <p:nvPr>
            <p:ph type="body" sz="quarter" idx="17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Font typeface="Arial" panose="020B0604020202020204" pitchFamily="34" charset="0"/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</p:spTree>
    <p:extLst>
      <p:ext uri="{BB962C8B-B14F-4D97-AF65-F5344CB8AC3E}">
        <p14:creationId xmlns:p14="http://schemas.microsoft.com/office/powerpoint/2010/main" val="1203838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b_text-2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E583716-42AF-6FB1-C2B6-322F8159FE55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F81127-B840-0BA6-4AF7-A86A8F3D9735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ACC958-D887-005C-22BD-21EC2B484484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21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666999"/>
            <a:ext cx="5026149" cy="3422715"/>
          </a:xfrm>
        </p:spPr>
        <p:txBody>
          <a:bodyPr lIns="0" tIns="0" rIns="0" bIns="0"/>
          <a:lstStyle>
            <a:lvl1pPr marL="0" indent="0">
              <a:spcAft>
                <a:spcPts val="200"/>
              </a:spcAft>
              <a:buNone/>
              <a:defRPr sz="1800" b="0" i="0"/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6355223" y="2667000"/>
            <a:ext cx="5059665" cy="3422714"/>
          </a:xfrm>
        </p:spPr>
        <p:txBody>
          <a:bodyPr lIns="0" tIns="0" rIns="0" bIns="0"/>
          <a:lstStyle>
            <a:lvl1pPr marL="0" indent="0">
              <a:spcAft>
                <a:spcPts val="200"/>
              </a:spcAft>
              <a:buNone/>
              <a:defRPr sz="1800" b="0" i="0"/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23"/>
          <p:cNvSpPr>
            <a:spLocks noGrp="1"/>
          </p:cNvSpPr>
          <p:nvPr>
            <p:ph type="body" sz="quarter" idx="17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2594F53-8A19-991B-9D45-726C856C75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2104" y="2110213"/>
            <a:ext cx="5038857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527E0B5-3AC3-A815-441B-7B7889E191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76015"/>
            <a:ext cx="10565232" cy="1314674"/>
          </a:xfr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spc="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30926788-DBA7-378E-2A18-2245CA0CC85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24600" y="2110213"/>
            <a:ext cx="5047403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</p:spTree>
    <p:extLst>
      <p:ext uri="{BB962C8B-B14F-4D97-AF65-F5344CB8AC3E}">
        <p14:creationId xmlns:p14="http://schemas.microsoft.com/office/powerpoint/2010/main" val="248946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c_text-3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9E17C7-0ECC-7708-AFBD-1AC88ACA35A8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60EFCC-D128-9768-B441-290FDD2658AA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1C7CDC-218A-1692-4D20-6D0D358E4EF3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667000"/>
            <a:ext cx="3200400" cy="3403862"/>
          </a:xfrm>
        </p:spPr>
        <p:txBody>
          <a:bodyPr lIns="0" tIns="0" rIns="0" bIns="0"/>
          <a:lstStyle>
            <a:lvl1pPr marL="0" indent="0">
              <a:spcAft>
                <a:spcPts val="200"/>
              </a:spcAft>
              <a:buNone/>
              <a:defRPr sz="1800" b="0" i="0"/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6"/>
          <p:cNvSpPr>
            <a:spLocks noGrp="1"/>
          </p:cNvSpPr>
          <p:nvPr>
            <p:ph type="body" sz="quarter" idx="18" hasCustomPrompt="1"/>
          </p:nvPr>
        </p:nvSpPr>
        <p:spPr>
          <a:xfrm>
            <a:off x="8203032" y="2667000"/>
            <a:ext cx="3200400" cy="3403862"/>
          </a:xfrm>
        </p:spPr>
        <p:txBody>
          <a:bodyPr lIns="0" tIns="0" rIns="0" bIns="0"/>
          <a:lstStyle>
            <a:lvl1pPr marL="0" indent="0">
              <a:spcAft>
                <a:spcPts val="200"/>
              </a:spcAft>
              <a:buNone/>
              <a:defRPr sz="1800" b="0" i="0"/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6"/>
          <p:cNvSpPr>
            <a:spLocks noGrp="1"/>
          </p:cNvSpPr>
          <p:nvPr>
            <p:ph type="body" sz="quarter" idx="20" hasCustomPrompt="1"/>
          </p:nvPr>
        </p:nvSpPr>
        <p:spPr>
          <a:xfrm>
            <a:off x="4520616" y="2667000"/>
            <a:ext cx="3200400" cy="3403862"/>
          </a:xfrm>
        </p:spPr>
        <p:txBody>
          <a:bodyPr lIns="0" tIns="0" rIns="0" bIns="0"/>
          <a:lstStyle>
            <a:lvl1pPr marL="0" indent="0">
              <a:spcAft>
                <a:spcPts val="200"/>
              </a:spcAft>
              <a:buNone/>
              <a:defRPr sz="1800" b="0" i="0"/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Text Placeholder 23"/>
          <p:cNvSpPr>
            <a:spLocks noGrp="1"/>
          </p:cNvSpPr>
          <p:nvPr>
            <p:ph type="body" sz="quarter" idx="16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6B150EA-B600-F09C-A205-1770DCFEE85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2104" y="2110213"/>
            <a:ext cx="3218603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C534ACA2-9CEC-6CDB-2AE5-2643BE04A6B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76015"/>
            <a:ext cx="10565232" cy="1314674"/>
          </a:xfr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spc="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2ADC2891-F687-A61F-FC46-FB44DF636D6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529985" y="2110213"/>
            <a:ext cx="3186868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81383EBA-41EC-D0E9-D55E-AAFE3006863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79038" y="2110213"/>
            <a:ext cx="3186868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</p:spTree>
    <p:extLst>
      <p:ext uri="{BB962C8B-B14F-4D97-AF65-F5344CB8AC3E}">
        <p14:creationId xmlns:p14="http://schemas.microsoft.com/office/powerpoint/2010/main" val="27353529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a_display-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1EB2D0-A9DF-0A52-7DD5-83E681ADBD65}"/>
              </a:ext>
            </a:extLst>
          </p:cNvPr>
          <p:cNvSpPr/>
          <p:nvPr/>
        </p:nvSpPr>
        <p:spPr>
          <a:xfrm>
            <a:off x="0" y="309563"/>
            <a:ext cx="6089650" cy="6548437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AA1F9C-6445-91A6-0C15-DD07A26854E2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EB630E-BE93-9E60-FED2-325A5235ECB8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32A976-7EBF-B461-AFAF-981E9289D1E9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6702552" y="2632923"/>
            <a:ext cx="4700880" cy="3228473"/>
          </a:xfrm>
        </p:spPr>
        <p:txBody>
          <a:bodyPr lIns="0" tIns="0" rIns="0" bIns="0"/>
          <a:lstStyle>
            <a:lvl1pPr marL="0" indent="0">
              <a:spcAft>
                <a:spcPts val="200"/>
              </a:spcAft>
              <a:buNone/>
              <a:defRPr sz="1800" b="0" i="0"/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7" hasCustomPrompt="1"/>
          </p:nvPr>
        </p:nvSpPr>
        <p:spPr>
          <a:xfrm>
            <a:off x="838200" y="1123404"/>
            <a:ext cx="4229746" cy="4896395"/>
          </a:xfrm>
        </p:spPr>
        <p:txBody>
          <a:bodyPr anchor="ctr"/>
          <a:lstStyle>
            <a:lvl1pPr marL="0" indent="0">
              <a:spcAft>
                <a:spcPts val="1200"/>
              </a:spcAft>
              <a:buNone/>
              <a:defRPr sz="2800" b="1" i="0">
                <a:latin typeface="Arial" panose="020B0604020202020204" pitchFamily="34" charset="0"/>
              </a:defRPr>
            </a:lvl1pPr>
            <a:lvl2pPr marL="0" indent="0">
              <a:buNone/>
              <a:defRPr lang="en-US" sz="1400" b="0" i="0" kern="1200" cap="all" spc="0" baseline="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>
              <a:defRPr>
                <a:latin typeface="Georgia" panose="02040502050405020303" pitchFamily="18" charset="0"/>
              </a:defRPr>
            </a:lvl3pPr>
            <a:lvl4pPr>
              <a:defRPr>
                <a:latin typeface="Georgia" panose="02040502050405020303" pitchFamily="18" charset="0"/>
              </a:defRPr>
            </a:lvl4pPr>
            <a:lvl5pPr>
              <a:defRPr>
                <a:latin typeface="Georgia" panose="02040502050405020303" pitchFamily="18" charset="0"/>
              </a:defRPr>
            </a:lvl5pPr>
          </a:lstStyle>
          <a:p>
            <a:pPr lvl="0"/>
            <a:r>
              <a:rPr lang="en-US" dirty="0"/>
              <a:t>Click to add readout or quote</a:t>
            </a:r>
          </a:p>
          <a:p>
            <a:pPr lvl="1"/>
            <a:r>
              <a:rPr lang="en-US" dirty="0"/>
              <a:t>—attribution</a:t>
            </a:r>
          </a:p>
        </p:txBody>
      </p:sp>
      <p:sp>
        <p:nvSpPr>
          <p:cNvPr id="6" name="Text Placeholder 23"/>
          <p:cNvSpPr>
            <a:spLocks noGrp="1"/>
          </p:cNvSpPr>
          <p:nvPr>
            <p:ph type="body" sz="quarter" idx="16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2BDFC07-F38A-A1AB-F647-025D8C5977E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03065" y="2110213"/>
            <a:ext cx="4714116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</p:spTree>
    <p:extLst>
      <p:ext uri="{BB962C8B-B14F-4D97-AF65-F5344CB8AC3E}">
        <p14:creationId xmlns:p14="http://schemas.microsoft.com/office/powerpoint/2010/main" val="26708263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b_display-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60ADADCA-CCAF-99B0-EEFF-053F8A6F1B7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8200" y="376015"/>
            <a:ext cx="5246914" cy="1314674"/>
          </a:xfr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spc="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BCDF3B-78F7-71F0-DAE1-4EDA032F326D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BA14CC-AFEE-B0DB-C95D-42CF9821CCDD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BCCE00-7A5A-D0E3-7333-F7A98C142D1D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7" hasCustomPrompt="1"/>
          </p:nvPr>
        </p:nvSpPr>
        <p:spPr>
          <a:xfrm>
            <a:off x="6362054" y="631595"/>
            <a:ext cx="5058931" cy="54204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add object</a:t>
            </a:r>
          </a:p>
        </p:txBody>
      </p:sp>
      <p:sp>
        <p:nvSpPr>
          <p:cNvPr id="2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667000"/>
            <a:ext cx="5257800" cy="3407522"/>
          </a:xfrm>
        </p:spPr>
        <p:txBody>
          <a:bodyPr lIns="0" tIns="0" rIns="0" bIns="0"/>
          <a:lstStyle>
            <a:lvl1pPr>
              <a:spcAft>
                <a:spcPts val="200"/>
              </a:spcAft>
              <a:defRPr sz="1800" b="0" i="0"/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23"/>
          <p:cNvSpPr>
            <a:spLocks noGrp="1"/>
          </p:cNvSpPr>
          <p:nvPr>
            <p:ph type="body" sz="quarter" idx="18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B3F2D576-D153-57D7-670B-00FA2FDA23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2104" y="1827185"/>
            <a:ext cx="5263896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</p:spTree>
    <p:extLst>
      <p:ext uri="{BB962C8B-B14F-4D97-AF65-F5344CB8AC3E}">
        <p14:creationId xmlns:p14="http://schemas.microsoft.com/office/powerpoint/2010/main" val="28258448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c_display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8046A04-66B3-B2E1-B4DB-55016C2F830D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D40FE0-26D5-4E51-1074-5DA2EDD1F463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F91597-0FDF-8FCA-9FE3-568F01796F35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5" name="Table Placeholder 4"/>
          <p:cNvSpPr>
            <a:spLocks noGrp="1"/>
          </p:cNvSpPr>
          <p:nvPr>
            <p:ph type="tbl" sz="quarter" idx="15"/>
          </p:nvPr>
        </p:nvSpPr>
        <p:spPr>
          <a:xfrm>
            <a:off x="831849" y="2654343"/>
            <a:ext cx="10571583" cy="3200400"/>
          </a:xfrm>
        </p:spPr>
        <p:txBody>
          <a:bodyPr rtlCol="0">
            <a:normAutofit/>
          </a:bodyPr>
          <a:lstStyle>
            <a:lvl1pPr marL="0" indent="0" algn="ctr">
              <a:buNone/>
              <a:defRPr b="0" i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noProof="0"/>
              <a:t>Click icon to add table</a:t>
            </a:r>
            <a:endParaRPr lang="en-US" noProof="0" dirty="0"/>
          </a:p>
        </p:txBody>
      </p:sp>
      <p:sp>
        <p:nvSpPr>
          <p:cNvPr id="2" name="Text Placeholder 23"/>
          <p:cNvSpPr>
            <a:spLocks noGrp="1"/>
          </p:cNvSpPr>
          <p:nvPr>
            <p:ph type="body" sz="quarter" idx="16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2C51B03-5B9F-97D5-E8C9-300A3518E50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2104" y="1819656"/>
            <a:ext cx="10587010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8134F68F-850F-C061-0016-BEBC094E238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76015"/>
            <a:ext cx="10565232" cy="1314674"/>
          </a:xfr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spc="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</p:spTree>
    <p:extLst>
      <p:ext uri="{BB962C8B-B14F-4D97-AF65-F5344CB8AC3E}">
        <p14:creationId xmlns:p14="http://schemas.microsoft.com/office/powerpoint/2010/main" val="34570893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d_display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5AA1F9C-6445-91A6-0C15-DD07A26854E2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EB630E-BE93-9E60-FED2-325A5235ECB8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32A976-7EBF-B461-AFAF-981E9289D1E9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6" name="Text Placeholder 23"/>
          <p:cNvSpPr>
            <a:spLocks noGrp="1"/>
          </p:cNvSpPr>
          <p:nvPr>
            <p:ph type="body" sz="quarter" idx="16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2BDFC07-F38A-A1AB-F647-025D8C5977E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2091" y="2870376"/>
            <a:ext cx="3267201" cy="258413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4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category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F69CEE9-3660-0ED5-F37D-2CD0BC4AFA5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30561" y="3327095"/>
            <a:ext cx="3289747" cy="782198"/>
          </a:xfrm>
        </p:spPr>
        <p:txBody>
          <a:bodyPr lIns="0" tIns="0" rIns="0" bIns="0"/>
          <a:lstStyle>
            <a:lvl1pPr marL="0" indent="0">
              <a:spcAft>
                <a:spcPts val="200"/>
              </a:spcAft>
              <a:buNone/>
              <a:defRPr sz="6000" b="1" i="0" spc="-100" baseline="0">
                <a:latin typeface="Arial" panose="020B0604020202020204" pitchFamily="34" charset="0"/>
              </a:defRPr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Number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026D500B-3CE2-126F-09CC-CC4601674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76015"/>
            <a:ext cx="10565232" cy="1314674"/>
          </a:xfr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spc="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Display numbers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3706456-01B8-58CA-1643-C85751AD354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30561" y="4831814"/>
            <a:ext cx="3300764" cy="764754"/>
          </a:xfrm>
        </p:spPr>
        <p:txBody>
          <a:bodyPr lIns="0" tIns="0" rIns="0" bIns="0"/>
          <a:lstStyle>
            <a:lvl1pPr marL="0" indent="0">
              <a:spcAft>
                <a:spcPts val="200"/>
              </a:spcAft>
              <a:buNone/>
              <a:defRPr sz="1800" b="0" i="0" baseline="0"/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Click to add context, if needed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F17FD5E6-C37B-DAAF-2F3C-F0542BAC866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42091" y="4191000"/>
            <a:ext cx="3267201" cy="258413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description</a:t>
            </a:r>
          </a:p>
        </p:txBody>
      </p:sp>
    </p:spTree>
    <p:extLst>
      <p:ext uri="{BB962C8B-B14F-4D97-AF65-F5344CB8AC3E}">
        <p14:creationId xmlns:p14="http://schemas.microsoft.com/office/powerpoint/2010/main" val="31491133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a_emphasis-maro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8B890C3-DE06-2122-DB73-8789EDE6A929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77B106-B89A-030A-5015-EBC196C99724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2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667000"/>
            <a:ext cx="10571328" cy="3407522"/>
          </a:xfrm>
        </p:spPr>
        <p:txBody>
          <a:bodyPr lIns="0" tIns="0" rIns="0" bIns="0"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  <a:lvl2pPr>
              <a:defRPr b="0" i="0">
                <a:solidFill>
                  <a:schemeClr val="bg1"/>
                </a:solidFill>
              </a:defRPr>
            </a:lvl2pPr>
            <a:lvl3pPr>
              <a:defRPr b="0" i="0">
                <a:solidFill>
                  <a:schemeClr val="bg1"/>
                </a:solidFill>
              </a:defRPr>
            </a:lvl3pPr>
            <a:lvl4pPr>
              <a:defRPr b="0" i="0">
                <a:solidFill>
                  <a:schemeClr val="bg1"/>
                </a:solidFill>
              </a:defRPr>
            </a:lvl4pPr>
            <a:lvl5pPr>
              <a:defRPr b="0" i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23"/>
          <p:cNvSpPr>
            <a:spLocks noGrp="1"/>
          </p:cNvSpPr>
          <p:nvPr>
            <p:ph type="body" sz="quarter" idx="16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55BB3E5-692F-DBF8-1A96-E5BA96876DF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2104" y="1819656"/>
            <a:ext cx="10587010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40" baseline="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A5A9CF36-2408-77EA-D0E8-AA9C687D27A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76015"/>
            <a:ext cx="10565232" cy="1314674"/>
          </a:xfr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spc="0" baseline="0" dirty="0" smtClean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</p:spTree>
    <p:extLst>
      <p:ext uri="{BB962C8B-B14F-4D97-AF65-F5344CB8AC3E}">
        <p14:creationId xmlns:p14="http://schemas.microsoft.com/office/powerpoint/2010/main" val="16610844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b_emphasis-dark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97D2B7F-0409-DCFE-7B21-7BAEA1E97943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DA46325-F276-6492-0559-FBD62768D9B7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9FAD3D-FD95-9A7D-9FF3-9B7A8A97D051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2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667000"/>
            <a:ext cx="10565232" cy="3407522"/>
          </a:xfrm>
        </p:spPr>
        <p:txBody>
          <a:bodyPr lIns="0" tIns="0" rIns="0" bIns="0"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  <a:lvl2pPr>
              <a:defRPr b="0" i="0">
                <a:solidFill>
                  <a:schemeClr val="bg1"/>
                </a:solidFill>
              </a:defRPr>
            </a:lvl2pPr>
            <a:lvl3pPr>
              <a:defRPr b="0" i="0">
                <a:solidFill>
                  <a:schemeClr val="bg1"/>
                </a:solidFill>
              </a:defRPr>
            </a:lvl3pPr>
            <a:lvl4pPr>
              <a:defRPr b="0" i="0">
                <a:solidFill>
                  <a:schemeClr val="bg1"/>
                </a:solidFill>
              </a:defRPr>
            </a:lvl4pPr>
            <a:lvl5pPr>
              <a:defRPr b="0" i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23"/>
          <p:cNvSpPr>
            <a:spLocks noGrp="1"/>
          </p:cNvSpPr>
          <p:nvPr>
            <p:ph type="body" sz="quarter" idx="16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2306555-D7B9-2122-7043-882C1E0B3E3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2104" y="1819656"/>
            <a:ext cx="10587010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40" baseline="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9B3CCBD1-264C-A481-4F7B-6EEEBD5A34C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76015"/>
            <a:ext cx="10565232" cy="1314674"/>
          </a:xfr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spc="0" baseline="0" dirty="0" smtClean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</p:spTree>
    <p:extLst>
      <p:ext uri="{BB962C8B-B14F-4D97-AF65-F5344CB8AC3E}">
        <p14:creationId xmlns:p14="http://schemas.microsoft.com/office/powerpoint/2010/main" val="13266479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losing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D4A61B4-E715-DB10-BF89-AC04C6F742A5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784929" y="3657157"/>
            <a:ext cx="10576289" cy="276999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lang="en-US" sz="2000" b="1" i="0" kern="1200" cap="none" spc="40" baseline="0" dirty="0" smtClean="0">
                <a:solidFill>
                  <a:srgbClr val="FEBC18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URL</a:t>
            </a: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781367" y="2672142"/>
            <a:ext cx="10581577" cy="664797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lang="en-US" sz="4800" b="1" i="0" kern="1200" spc="0" baseline="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closing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AB7FABAC-CFAC-DAC8-01B0-48E721CCB0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465820" y="5769094"/>
            <a:ext cx="3223260" cy="671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3055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E0E6A11-FCE7-FCE3-CDF0-83CF741440C8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172468-BBB8-7328-00D0-B3C150587FA1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058EE5-2E44-46CE-912D-E30C4283B40E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3" name="Text Placeholder 23"/>
          <p:cNvSpPr>
            <a:spLocks noGrp="1"/>
          </p:cNvSpPr>
          <p:nvPr>
            <p:ph type="body" sz="quarter" idx="18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</p:spTree>
    <p:extLst>
      <p:ext uri="{BB962C8B-B14F-4D97-AF65-F5344CB8AC3E}">
        <p14:creationId xmlns:p14="http://schemas.microsoft.com/office/powerpoint/2010/main" val="12233959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7655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-maro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FF9A9E-3035-346A-8BDC-F6ACD74A46FD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1453F3-23CA-6884-71A5-B8C2A9739A1F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4229100" cy="392112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00" b="0" i="0" kern="1200" spc="150" baseline="0">
                <a:solidFill>
                  <a:schemeClr val="tx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3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defRPr/>
            </a:pPr>
            <a:r>
              <a:rPr lang="en-US" b="0" i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</a:rPr>
              <a:t>LOYOLA UNIVERSITY CHICAGO</a:t>
            </a:r>
          </a:p>
        </p:txBody>
      </p:sp>
      <p:sp>
        <p:nvSpPr>
          <p:cNvPr id="8" name="Text Placeholder 23"/>
          <p:cNvSpPr>
            <a:spLocks noGrp="1"/>
          </p:cNvSpPr>
          <p:nvPr>
            <p:ph type="body" sz="quarter" idx="16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</p:spTree>
    <p:extLst>
      <p:ext uri="{BB962C8B-B14F-4D97-AF65-F5344CB8AC3E}">
        <p14:creationId xmlns:p14="http://schemas.microsoft.com/office/powerpoint/2010/main" val="32463737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maro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13A98B-7AE9-D161-3F26-588F63E2A08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67392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-gold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006F7F4-450D-120C-C9B1-8C4266EC32BD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FC80E8-90B2-2298-C7F1-B184D49FC305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DBA77-7A37-E4DB-4CCF-07AA9FA1B7C2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3" name="Text Placeholder 23"/>
          <p:cNvSpPr>
            <a:spLocks noGrp="1"/>
          </p:cNvSpPr>
          <p:nvPr>
            <p:ph type="body" sz="quarter" idx="18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</p:spTree>
    <p:extLst>
      <p:ext uri="{BB962C8B-B14F-4D97-AF65-F5344CB8AC3E}">
        <p14:creationId xmlns:p14="http://schemas.microsoft.com/office/powerpoint/2010/main" val="31817336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gold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12022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E77C33-B393-5DB6-B0F7-18619CEF2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 dirty="0"/>
              <a:t>Click to add text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97A9B819-8B67-123F-0011-331913CCFCB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01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add text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4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44" r:id="rId15"/>
    <p:sldLayoutId id="2147483735" r:id="rId16"/>
    <p:sldLayoutId id="2147483736" r:id="rId17"/>
    <p:sldLayoutId id="2147483737" r:id="rId18"/>
    <p:sldLayoutId id="2147483738" r:id="rId19"/>
    <p:sldLayoutId id="2147483720" r:id="rId20"/>
    <p:sldLayoutId id="2147483739" r:id="rId21"/>
    <p:sldLayoutId id="2147483740" r:id="rId22"/>
    <p:sldLayoutId id="2147483741" r:id="rId23"/>
    <p:sldLayoutId id="2147483742" r:id="rId24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 b="1" i="0" kern="3000" spc="-1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0" indent="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None/>
        <a:defRPr sz="2000" b="0" i="0" kern="1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1600" b="0" i="0" kern="1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1" fontAlgn="base" hangingPunct="1">
        <a:lnSpc>
          <a:spcPct val="103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1600" b="0" i="0" kern="1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1600" b="0" i="0" kern="1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1600" b="0" i="0" kern="1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2800" b="1"/>
              <a:t>Can LLMs Write Correct TLA+ Specifications?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400"/>
              <a:t>Evaluating Natural-Language-to-TLA+ Generation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/>
              <a:t>AI4FM Research Group  |  Department of Computer Science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100"/>
              <a:t>LOYOLA UNIVERSITY CHICAGO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/>
              <a:t>A formal specification language -- describe system rules precisely enough for a computer to check them</a:t>
            </a:r>
          </a:p>
          <a:p>
            <a:pPr>
              <a:spcAft>
                <a:spcPts val="600"/>
              </a:spcAft>
            </a:pPr>
            <a:r>
              <a:rPr sz="1400"/>
              <a:t>Used at Amazon (DynamoDB, S3) and Microsoft Azure to catch bugs that testing misses</a:t>
            </a:r>
          </a:p>
          <a:p>
            <a:pPr>
              <a:spcAft>
                <a:spcPts val="600"/>
              </a:spcAft>
            </a:pPr>
            <a:r>
              <a:rPr sz="1400"/>
              <a:t>Two tools validate specs:  SANY checks syntax,  TLC checks correctness</a:t>
            </a:r>
          </a:p>
          <a:p>
            <a:pPr>
              <a:spcAft>
                <a:spcPts val="600"/>
              </a:spcAft>
            </a:pPr>
            <a:r>
              <a:rPr sz="1400"/>
              <a:t>Problem: writing TLA+ requires rare expertise, limiting adoption</a:t>
            </a:r>
          </a:p>
          <a:p>
            <a:pPr>
              <a:spcAft>
                <a:spcPts val="600"/>
              </a:spcAft>
            </a:pPr>
            <a:r>
              <a:rPr sz="1400"/>
              <a:t>Our question: can AI bridge the gap between English and TLA+?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300"/>
              <a:t>A mathematical language for proving systems correct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2800" b="1"/>
              <a:t>What Is TLA+?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/>
              <a:t>LLaMA, Mistral, Gemma</a:t>
            </a:r>
          </a:p>
          <a:p>
            <a:pPr>
              <a:spcAft>
                <a:spcPts val="600"/>
              </a:spcAft>
            </a:pPr>
            <a:r>
              <a:rPr sz="1200"/>
              <a:t>Trained on internet text &amp; code</a:t>
            </a:r>
          </a:p>
          <a:p>
            <a:pPr>
              <a:spcAft>
                <a:spcPts val="600"/>
              </a:spcAft>
            </a:pPr>
            <a:r>
              <a:rPr sz="1200"/>
              <a:t>Good at familiar languages</a:t>
            </a:r>
          </a:p>
          <a:p>
            <a:pPr>
              <a:spcAft>
                <a:spcPts val="600"/>
              </a:spcAft>
            </a:pPr>
            <a:r>
              <a:rPr sz="1200"/>
              <a:t>Struggle with TLA+ syntax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/>
              <a:t>Qwen-Coder, CodeLLaMA</a:t>
            </a:r>
          </a:p>
          <a:p>
            <a:pPr>
              <a:spcAft>
                <a:spcPts val="600"/>
              </a:spcAft>
            </a:pPr>
            <a:r>
              <a:rPr sz="1200"/>
              <a:t>Trained on Python, JS, etc.</a:t>
            </a:r>
          </a:p>
          <a:p>
            <a:pPr>
              <a:spcAft>
                <a:spcPts val="600"/>
              </a:spcAft>
            </a:pPr>
            <a:r>
              <a:rPr sz="1200"/>
              <a:t>Surprisingly worst at TLA+</a:t>
            </a:r>
          </a:p>
          <a:p>
            <a:pPr>
              <a:spcAft>
                <a:spcPts val="600"/>
              </a:spcAft>
            </a:pPr>
            <a:r>
              <a:rPr sz="1200"/>
              <a:t>Negative transfer effect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/>
              <a:t>DeepSeek R1, QwQ</a:t>
            </a:r>
          </a:p>
          <a:p>
            <a:pPr>
              <a:spcAft>
                <a:spcPts val="600"/>
              </a:spcAft>
            </a:pPr>
            <a:r>
              <a:rPr sz="1200"/>
              <a:t>Think step-by-step</a:t>
            </a:r>
          </a:p>
          <a:p>
            <a:pPr>
              <a:spcAft>
                <a:spcPts val="600"/>
              </a:spcAft>
            </a:pPr>
            <a:r>
              <a:rPr sz="1200"/>
              <a:t>Best at logical structure</a:t>
            </a:r>
          </a:p>
          <a:p>
            <a:pPr>
              <a:spcAft>
                <a:spcPts val="600"/>
              </a:spcAft>
            </a:pPr>
            <a:r>
              <a:rPr sz="1200"/>
              <a:t>Top performers overall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 sz="1300" b="1"/>
              <a:t>Basic Models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2800" b="1"/>
              <a:t>Three Kinds of AI Models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 sz="1300" b="1"/>
              <a:t>Reasoning Models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sz="1300" b="1"/>
              <a:t>Code-Specialized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</a:rPr>
              <a:t>Best syntactic correctness (SANY):  26.6%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</a:rPr>
              <a:t>Best semantic correctness (TLC):  8.6%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</a:rPr>
              <a:t>Semantic success only under progressive prompting -- no other strategy worked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</a:rPr>
              <a:t>Model size does not predict quality -- 8B model beat its 70B variant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</a:rPr>
              <a:t>Code-specialized training hurts TLA+ performance (negative transfer)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 sz="1200"/>
              <a:t>30 models  |  205 specifications  |  2,730 evaluation runs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2800" b="1"/>
              <a:t>Key Results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/>
              <a:t>Start with 205 expert-verified TLA+ specifications as training data</a:t>
            </a:r>
          </a:p>
          <a:p>
            <a:pPr>
              <a:spcAft>
                <a:spcPts val="600"/>
              </a:spcAft>
            </a:pPr>
            <a:r>
              <a:rPr sz="1400"/>
              <a:t>Fine-tune a 20B-parameter model specifically for TLA+ generation</a:t>
            </a:r>
          </a:p>
          <a:p>
            <a:pPr>
              <a:spcAft>
                <a:spcPts val="600"/>
              </a:spcAft>
            </a:pPr>
            <a:r>
              <a:rPr sz="1400"/>
              <a:t>Key insight: use TLC (the model checker) as the training signal -- a spec is only "correct" if TLC says so</a:t>
            </a:r>
          </a:p>
          <a:p>
            <a:pPr>
              <a:spcAft>
                <a:spcPts val="600"/>
              </a:spcAft>
            </a:pPr>
            <a:r>
              <a:rPr sz="1400"/>
              <a:t>Autonomous loop: generate specs -&gt; validate with TLC -&gt; retrain on successes</a:t>
            </a:r>
          </a:p>
          <a:p>
            <a:pPr>
              <a:spcAft>
                <a:spcPts val="600"/>
              </a:spcAft>
            </a:pPr>
            <a:r>
              <a:rPr sz="1400"/>
              <a:t>The model checker provides a perfect, automatic grading signal -- unlike most AI tasks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300"/>
              <a:t>Fine-tuning + self-improvement with model-checker feedback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2800" b="1"/>
              <a:t>Building a Better Model: ChatTLA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400"/>
              <a:t>ai4fm.cs.luc.edu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3600" b="1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yola-theme">
  <a:themeElements>
    <a:clrScheme name="loyola brand-2024-mac">
      <a:dk1>
        <a:srgbClr val="000000"/>
      </a:dk1>
      <a:lt1>
        <a:srgbClr val="FFFFFF"/>
      </a:lt1>
      <a:dk2>
        <a:srgbClr val="545454"/>
      </a:dk2>
      <a:lt2>
        <a:srgbClr val="DEDBD0"/>
      </a:lt2>
      <a:accent1>
        <a:srgbClr val="5A0621"/>
      </a:accent1>
      <a:accent2>
        <a:srgbClr val="EAAA00"/>
      </a:accent2>
      <a:accent3>
        <a:srgbClr val="DEDBD0"/>
      </a:accent3>
      <a:accent4>
        <a:srgbClr val="545454"/>
      </a:accent4>
      <a:accent5>
        <a:srgbClr val="878787"/>
      </a:accent5>
      <a:accent6>
        <a:srgbClr val="DEDBD0"/>
      </a:accent6>
      <a:hlink>
        <a:srgbClr val="5A0621"/>
      </a:hlink>
      <a:folHlink>
        <a:srgbClr val="8D00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8" id="{AC2CB350-B5DA-7649-8A93-9B9FA7C56D47}" vid="{6BA048FC-F4DD-3B42-AC04-527992BEF7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DC4FE1DD57D1A4A91554BDAC326B21C" ma:contentTypeVersion="26" ma:contentTypeDescription="Create a new document." ma:contentTypeScope="" ma:versionID="e2aa9aa067825afe1b0b3f8e60e05e8a">
  <xsd:schema xmlns:xsd="http://www.w3.org/2001/XMLSchema" xmlns:xs="http://www.w3.org/2001/XMLSchema" xmlns:p="http://schemas.microsoft.com/office/2006/metadata/properties" xmlns:ns1="http://schemas.microsoft.com/sharepoint/v3" xmlns:ns2="ddfa6881-472b-4376-9060-4a0fa036b60d" xmlns:ns3="410b0493-6099-405b-af7c-4c4f4d34ca6f" targetNamespace="http://schemas.microsoft.com/office/2006/metadata/properties" ma:root="true" ma:fieldsID="aae8aafaf9884206bc79cf40ad899145" ns1:_="" ns2:_="" ns3:_="">
    <xsd:import namespace="http://schemas.microsoft.com/sharepoint/v3"/>
    <xsd:import namespace="ddfa6881-472b-4376-9060-4a0fa036b60d"/>
    <xsd:import namespace="410b0493-6099-405b-af7c-4c4f4d34ca6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_Flow_SignoffStatus" minOccurs="0"/>
                <xsd:element ref="ns1:_ip_UnifiedCompliancePolicyProperties" minOccurs="0"/>
                <xsd:element ref="ns1:_ip_UnifiedCompliancePolicyUIAction" minOccurs="0"/>
                <xsd:element ref="ns2:MediaLengthInSeconds" minOccurs="0"/>
                <xsd:element ref="ns3:TaxCatchAll" minOccurs="0"/>
                <xsd:element ref="ns2:lcf76f155ced4ddcb4097134ff3c332f" minOccurs="0"/>
                <xsd:element ref="ns2:MediaServiceObjectDetectorVersions" minOccurs="0"/>
                <xsd:element ref="ns2:MediaServiceSearchProperties" minOccurs="0"/>
                <xsd:element ref="ns2:Not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1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2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fa6881-472b-4376-9060-4a0fa036b60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20" nillable="true" ma:displayName="Sign-off status" ma:internalName="Sign_x002d_off_x0020_status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4ea81705-40ef-4f82-8f09-2686234d89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Notes" ma:index="29" nillable="true" ma:displayName="Notes" ma:format="Dropdown" ma:internalName="Notes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0b0493-6099-405b-af7c-4c4f4d34ca6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799853ba-3a19-4a3b-b546-b69e92f03ba6}" ma:internalName="TaxCatchAll" ma:showField="CatchAllData" ma:web="410b0493-6099-405b-af7c-4c4f4d34ca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Flow_SignoffStatus xmlns="ddfa6881-472b-4376-9060-4a0fa036b60d" xsi:nil="true"/>
    <_ip_UnifiedCompliancePolicyUIAction xmlns="http://schemas.microsoft.com/sharepoint/v3" xsi:nil="true"/>
    <TaxCatchAll xmlns="410b0493-6099-405b-af7c-4c4f4d34ca6f" xsi:nil="true"/>
    <_ip_UnifiedCompliancePolicyProperties xmlns="http://schemas.microsoft.com/sharepoint/v3" xsi:nil="true"/>
    <lcf76f155ced4ddcb4097134ff3c332f xmlns="ddfa6881-472b-4376-9060-4a0fa036b60d">
      <Terms xmlns="http://schemas.microsoft.com/office/infopath/2007/PartnerControls"/>
    </lcf76f155ced4ddcb4097134ff3c332f>
    <Notes xmlns="ddfa6881-472b-4376-9060-4a0fa036b60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BF1D89D-89AC-4931-8468-3853CF4265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ddfa6881-472b-4376-9060-4a0fa036b60d"/>
    <ds:schemaRef ds:uri="410b0493-6099-405b-af7c-4c4f4d34ca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55FA7AE-6CDB-4486-AA56-76A6D2038F77}">
  <ds:schemaRefs>
    <ds:schemaRef ds:uri="http://schemas.microsoft.com/office/2006/metadata/properties"/>
    <ds:schemaRef ds:uri="http://schemas.microsoft.com/office/infopath/2007/PartnerControls"/>
    <ds:schemaRef ds:uri="ddfa6881-472b-4376-9060-4a0fa036b60d"/>
    <ds:schemaRef ds:uri="http://schemas.microsoft.com/sharepoint/v3"/>
    <ds:schemaRef ds:uri="410b0493-6099-405b-af7c-4c4f4d34ca6f"/>
  </ds:schemaRefs>
</ds:datastoreItem>
</file>

<file path=customXml/itemProps3.xml><?xml version="1.0" encoding="utf-8"?>
<ds:datastoreItem xmlns:ds="http://schemas.openxmlformats.org/officeDocument/2006/customXml" ds:itemID="{9DC69A40-ACB8-46DC-A3E2-239C77D957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</TotalTime>
  <Words>134</Words>
  <Application>Microsoft Macintosh PowerPoint</Application>
  <PresentationFormat>Widescreen</PresentationFormat>
  <Paragraphs>26</Paragraphs>
  <Slides>20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AntennaCond Light</vt:lpstr>
      <vt:lpstr>Arial</vt:lpstr>
      <vt:lpstr>Georgia</vt:lpstr>
      <vt:lpstr>loyola-theme</vt:lpstr>
      <vt:lpstr>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Yee, Ted</dc:creator>
  <cp:lastModifiedBy>Yee, Ted</cp:lastModifiedBy>
  <cp:revision>16</cp:revision>
  <cp:lastPrinted>2023-08-15T16:34:03Z</cp:lastPrinted>
  <dcterms:created xsi:type="dcterms:W3CDTF">2024-06-21T17:36:16Z</dcterms:created>
  <dcterms:modified xsi:type="dcterms:W3CDTF">2024-08-29T19:07:19Z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0x010100EDC4FE1DD57D1A4A91554BDAC326B21C</vt:lpwstr>
  </property>
  <property fmtid="{D5CDD505-2E9C-101B-9397-08002B2CF9AE}" pid="3" name="MediaServiceImageTags">
    <vt:lpwstr/>
  </property>
</Properties>
</file>